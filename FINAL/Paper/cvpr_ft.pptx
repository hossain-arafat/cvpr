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9" r:id="rId4"/>
    <p:sldId id="261" r:id="rId5"/>
    <p:sldId id="258" r:id="rId6"/>
    <p:sldId id="276" r:id="rId7"/>
    <p:sldId id="264" r:id="rId8"/>
    <p:sldId id="265" r:id="rId9"/>
    <p:sldId id="266" r:id="rId10"/>
    <p:sldId id="267" r:id="rId11"/>
    <p:sldId id="268" r:id="rId12"/>
    <p:sldId id="270" r:id="rId13"/>
    <p:sldId id="273" r:id="rId14"/>
    <p:sldId id="271" r:id="rId15"/>
    <p:sldId id="277" r:id="rId16"/>
    <p:sldId id="272" r:id="rId17"/>
    <p:sldId id="275" r:id="rId18"/>
    <p:sldId id="26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D0E1"/>
    <a:srgbClr val="FFF176"/>
    <a:srgbClr val="D3D3D3"/>
    <a:srgbClr val="B39DDB"/>
    <a:srgbClr val="64B5F6"/>
    <a:srgbClr val="FFB74D"/>
    <a:srgbClr val="81C784"/>
    <a:srgbClr val="F48FB1"/>
    <a:srgbClr val="FFFFFF"/>
    <a:srgbClr val="66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C42569-8262-44F3-8E55-F81F47F4F551}" v="63" dt="2026-01-04T20:40:35.5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25" autoAdjust="0"/>
    <p:restoredTop sz="95033" autoAdjust="0"/>
  </p:normalViewPr>
  <p:slideViewPr>
    <p:cSldViewPr snapToGrid="0">
      <p:cViewPr varScale="1">
        <p:scale>
          <a:sx n="61" d="100"/>
          <a:sy n="61" d="100"/>
        </p:scale>
        <p:origin x="163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afat Hossain" userId="b6f1d17d8f5fd358" providerId="LiveId" clId="{515F9725-0777-4B4A-B4DC-0F1E666A84F1}"/>
    <pc:docChg chg="undo redo custSel addSld delSld modSld sldOrd">
      <pc:chgData name="Arafat Hossain" userId="b6f1d17d8f5fd358" providerId="LiveId" clId="{515F9725-0777-4B4A-B4DC-0F1E666A84F1}" dt="2026-01-04T20:41:09.498" v="7434" actId="1076"/>
      <pc:docMkLst>
        <pc:docMk/>
      </pc:docMkLst>
      <pc:sldChg chg="addSp delSp modSp mod">
        <pc:chgData name="Arafat Hossain" userId="b6f1d17d8f5fd358" providerId="LiveId" clId="{515F9725-0777-4B4A-B4DC-0F1E666A84F1}" dt="2026-01-04T20:41:09.498" v="7434" actId="1076"/>
        <pc:sldMkLst>
          <pc:docMk/>
          <pc:sldMk cId="2742616402" sldId="256"/>
        </pc:sldMkLst>
        <pc:spChg chg="mod">
          <ac:chgData name="Arafat Hossain" userId="b6f1d17d8f5fd358" providerId="LiveId" clId="{515F9725-0777-4B4A-B4DC-0F1E666A84F1}" dt="2026-01-04T20:35:31.227" v="7328" actId="20577"/>
          <ac:spMkLst>
            <pc:docMk/>
            <pc:sldMk cId="2742616402" sldId="256"/>
            <ac:spMk id="28" creationId="{14C0395A-F7B3-458F-B51F-38B97308310A}"/>
          </ac:spMkLst>
        </pc:spChg>
        <pc:spChg chg="mod">
          <ac:chgData name="Arafat Hossain" userId="b6f1d17d8f5fd358" providerId="LiveId" clId="{515F9725-0777-4B4A-B4DC-0F1E666A84F1}" dt="2026-01-04T20:37:00.685" v="7366" actId="14100"/>
          <ac:spMkLst>
            <pc:docMk/>
            <pc:sldMk cId="2742616402" sldId="256"/>
            <ac:spMk id="29" creationId="{79319B94-C895-55E3-6E9C-A2D17F21469B}"/>
          </ac:spMkLst>
        </pc:spChg>
        <pc:spChg chg="mod">
          <ac:chgData name="Arafat Hossain" userId="b6f1d17d8f5fd358" providerId="LiveId" clId="{515F9725-0777-4B4A-B4DC-0F1E666A84F1}" dt="2026-01-04T20:32:10.154" v="7215" actId="20577"/>
          <ac:spMkLst>
            <pc:docMk/>
            <pc:sldMk cId="2742616402" sldId="256"/>
            <ac:spMk id="32" creationId="{91A3D906-E12A-4A54-E03A-2E8E36102C5B}"/>
          </ac:spMkLst>
        </pc:spChg>
        <pc:spChg chg="add mod">
          <ac:chgData name="Arafat Hossain" userId="b6f1d17d8f5fd358" providerId="LiveId" clId="{515F9725-0777-4B4A-B4DC-0F1E666A84F1}" dt="2026-01-04T18:56:56.348" v="3873" actId="1037"/>
          <ac:spMkLst>
            <pc:docMk/>
            <pc:sldMk cId="2742616402" sldId="256"/>
            <ac:spMk id="33" creationId="{14777ABA-2BBE-FC47-A316-DE217595909C}"/>
          </ac:spMkLst>
        </pc:spChg>
        <pc:spChg chg="add mod">
          <ac:chgData name="Arafat Hossain" userId="b6f1d17d8f5fd358" providerId="LiveId" clId="{515F9725-0777-4B4A-B4DC-0F1E666A84F1}" dt="2026-01-04T18:56:56.348" v="3873" actId="1037"/>
          <ac:spMkLst>
            <pc:docMk/>
            <pc:sldMk cId="2742616402" sldId="256"/>
            <ac:spMk id="34" creationId="{C23A34F4-14E5-5227-0CED-8591646505B7}"/>
          </ac:spMkLst>
        </pc:spChg>
        <pc:spChg chg="add mod">
          <ac:chgData name="Arafat Hossain" userId="b6f1d17d8f5fd358" providerId="LiveId" clId="{515F9725-0777-4B4A-B4DC-0F1E666A84F1}" dt="2026-01-04T18:56:56.348" v="3873" actId="1037"/>
          <ac:spMkLst>
            <pc:docMk/>
            <pc:sldMk cId="2742616402" sldId="256"/>
            <ac:spMk id="35" creationId="{37B52134-D972-9BEB-F67B-A7F0900E11A4}"/>
          </ac:spMkLst>
        </pc:spChg>
        <pc:spChg chg="add mod">
          <ac:chgData name="Arafat Hossain" userId="b6f1d17d8f5fd358" providerId="LiveId" clId="{515F9725-0777-4B4A-B4DC-0F1E666A84F1}" dt="2026-01-04T18:56:56.348" v="3873" actId="1037"/>
          <ac:spMkLst>
            <pc:docMk/>
            <pc:sldMk cId="2742616402" sldId="256"/>
            <ac:spMk id="36" creationId="{CE238AD5-0B69-D745-FEC5-F583B7E7435E}"/>
          </ac:spMkLst>
        </pc:spChg>
        <pc:spChg chg="add mod">
          <ac:chgData name="Arafat Hossain" userId="b6f1d17d8f5fd358" providerId="LiveId" clId="{515F9725-0777-4B4A-B4DC-0F1E666A84F1}" dt="2026-01-04T18:56:56.348" v="3873" actId="1037"/>
          <ac:spMkLst>
            <pc:docMk/>
            <pc:sldMk cId="2742616402" sldId="256"/>
            <ac:spMk id="37" creationId="{4F5BBD9B-BC8D-BD0F-F9BD-1CA0CDA9360C}"/>
          </ac:spMkLst>
        </pc:spChg>
        <pc:spChg chg="add mod">
          <ac:chgData name="Arafat Hossain" userId="b6f1d17d8f5fd358" providerId="LiveId" clId="{515F9725-0777-4B4A-B4DC-0F1E666A84F1}" dt="2026-01-04T18:56:56.348" v="3873" actId="1037"/>
          <ac:spMkLst>
            <pc:docMk/>
            <pc:sldMk cId="2742616402" sldId="256"/>
            <ac:spMk id="38" creationId="{CF715333-3B9C-FC49-ECD6-095EC620852D}"/>
          </ac:spMkLst>
        </pc:spChg>
        <pc:spChg chg="add mod">
          <ac:chgData name="Arafat Hossain" userId="b6f1d17d8f5fd358" providerId="LiveId" clId="{515F9725-0777-4B4A-B4DC-0F1E666A84F1}" dt="2026-01-04T18:56:56.348" v="3873" actId="1037"/>
          <ac:spMkLst>
            <pc:docMk/>
            <pc:sldMk cId="2742616402" sldId="256"/>
            <ac:spMk id="39" creationId="{79D1ACDF-6791-114F-38C8-C2D114FE3536}"/>
          </ac:spMkLst>
        </pc:spChg>
        <pc:spChg chg="add mod">
          <ac:chgData name="Arafat Hossain" userId="b6f1d17d8f5fd358" providerId="LiveId" clId="{515F9725-0777-4B4A-B4DC-0F1E666A84F1}" dt="2026-01-04T18:56:56.348" v="3873" actId="1037"/>
          <ac:spMkLst>
            <pc:docMk/>
            <pc:sldMk cId="2742616402" sldId="256"/>
            <ac:spMk id="40" creationId="{8D2CF112-A54C-4428-A564-348C7E3C622B}"/>
          </ac:spMkLst>
        </pc:spChg>
        <pc:spChg chg="add mod">
          <ac:chgData name="Arafat Hossain" userId="b6f1d17d8f5fd358" providerId="LiveId" clId="{515F9725-0777-4B4A-B4DC-0F1E666A84F1}" dt="2026-01-04T20:41:09.498" v="7434" actId="1076"/>
          <ac:spMkLst>
            <pc:docMk/>
            <pc:sldMk cId="2742616402" sldId="256"/>
            <ac:spMk id="42" creationId="{9C6E48AB-1606-277B-D24A-0E5B063AFDBC}"/>
          </ac:spMkLst>
        </pc:spChg>
        <pc:grpChg chg="add del">
          <ac:chgData name="Arafat Hossain" userId="b6f1d17d8f5fd358" providerId="LiveId" clId="{515F9725-0777-4B4A-B4DC-0F1E666A84F1}" dt="2026-01-04T18:52:16.383" v="3620" actId="478"/>
          <ac:grpSpMkLst>
            <pc:docMk/>
            <pc:sldMk cId="2742616402" sldId="256"/>
            <ac:grpSpMk id="2" creationId="{0471FF53-57E9-49F1-C718-7B014679C577}"/>
          </ac:grpSpMkLst>
        </pc:grpChg>
        <pc:grpChg chg="del">
          <ac:chgData name="Arafat Hossain" userId="b6f1d17d8f5fd358" providerId="LiveId" clId="{515F9725-0777-4B4A-B4DC-0F1E666A84F1}" dt="2026-01-04T18:52:28.097" v="3625" actId="478"/>
          <ac:grpSpMkLst>
            <pc:docMk/>
            <pc:sldMk cId="2742616402" sldId="256"/>
            <ac:grpSpMk id="9" creationId="{A0E92CE4-A3CA-13B7-4BE6-3369BAB4D64F}"/>
          </ac:grpSpMkLst>
        </pc:grpChg>
        <pc:grpChg chg="del">
          <ac:chgData name="Arafat Hossain" userId="b6f1d17d8f5fd358" providerId="LiveId" clId="{515F9725-0777-4B4A-B4DC-0F1E666A84F1}" dt="2026-01-04T18:52:26.127" v="3624" actId="478"/>
          <ac:grpSpMkLst>
            <pc:docMk/>
            <pc:sldMk cId="2742616402" sldId="256"/>
            <ac:grpSpMk id="14" creationId="{47F4F704-A795-5E91-FB81-F4CA21D0BF51}"/>
          </ac:grpSpMkLst>
        </pc:grpChg>
        <pc:grpChg chg="del">
          <ac:chgData name="Arafat Hossain" userId="b6f1d17d8f5fd358" providerId="LiveId" clId="{515F9725-0777-4B4A-B4DC-0F1E666A84F1}" dt="2026-01-04T20:37:26.854" v="7367" actId="478"/>
          <ac:grpSpMkLst>
            <pc:docMk/>
            <pc:sldMk cId="2742616402" sldId="256"/>
            <ac:grpSpMk id="20" creationId="{253AD2F2-E496-D738-044B-70B8EC6FAD84}"/>
          </ac:grpSpMkLst>
        </pc:grpChg>
        <pc:grpChg chg="del">
          <ac:chgData name="Arafat Hossain" userId="b6f1d17d8f5fd358" providerId="LiveId" clId="{515F9725-0777-4B4A-B4DC-0F1E666A84F1}" dt="2026-01-04T18:52:24.185" v="3623" actId="478"/>
          <ac:grpSpMkLst>
            <pc:docMk/>
            <pc:sldMk cId="2742616402" sldId="256"/>
            <ac:grpSpMk id="30" creationId="{0435815F-CD45-7744-D1FA-6DDB39FCF9D3}"/>
          </ac:grpSpMkLst>
        </pc:grpChg>
        <pc:grpChg chg="del">
          <ac:chgData name="Arafat Hossain" userId="b6f1d17d8f5fd358" providerId="LiveId" clId="{515F9725-0777-4B4A-B4DC-0F1E666A84F1}" dt="2026-01-04T18:52:20.964" v="3622" actId="478"/>
          <ac:grpSpMkLst>
            <pc:docMk/>
            <pc:sldMk cId="2742616402" sldId="256"/>
            <ac:grpSpMk id="63" creationId="{FABAF7C4-503E-350A-0A3F-F05104512783}"/>
          </ac:grpSpMkLst>
        </pc:grpChg>
        <pc:grpChg chg="del">
          <ac:chgData name="Arafat Hossain" userId="b6f1d17d8f5fd358" providerId="LiveId" clId="{515F9725-0777-4B4A-B4DC-0F1E666A84F1}" dt="2026-01-04T18:52:19.765" v="3621" actId="478"/>
          <ac:grpSpMkLst>
            <pc:docMk/>
            <pc:sldMk cId="2742616402" sldId="256"/>
            <ac:grpSpMk id="68" creationId="{AE3D6F1F-F4F9-47A9-C769-019A8DD795B3}"/>
          </ac:grpSpMkLst>
        </pc:grpChg>
      </pc:sldChg>
      <pc:sldChg chg="addSp delSp modSp mod">
        <pc:chgData name="Arafat Hossain" userId="b6f1d17d8f5fd358" providerId="LiveId" clId="{515F9725-0777-4B4A-B4DC-0F1E666A84F1}" dt="2026-01-04T20:27:13.093" v="5505" actId="1037"/>
        <pc:sldMkLst>
          <pc:docMk/>
          <pc:sldMk cId="3961032057" sldId="258"/>
        </pc:sldMkLst>
        <pc:spChg chg="del">
          <ac:chgData name="Arafat Hossain" userId="b6f1d17d8f5fd358" providerId="LiveId" clId="{515F9725-0777-4B4A-B4DC-0F1E666A84F1}" dt="2026-01-04T20:24:44.326" v="5203" actId="478"/>
          <ac:spMkLst>
            <pc:docMk/>
            <pc:sldMk cId="3961032057" sldId="258"/>
            <ac:spMk id="2" creationId="{DE3EE76F-07D2-507C-2C9B-C5A72348F97C}"/>
          </ac:spMkLst>
        </pc:spChg>
        <pc:spChg chg="del">
          <ac:chgData name="Arafat Hossain" userId="b6f1d17d8f5fd358" providerId="LiveId" clId="{515F9725-0777-4B4A-B4DC-0F1E666A84F1}" dt="2026-01-04T20:24:44.326" v="5203" actId="478"/>
          <ac:spMkLst>
            <pc:docMk/>
            <pc:sldMk cId="3961032057" sldId="258"/>
            <ac:spMk id="3" creationId="{4E54C88A-8291-2857-0990-BC40EC4B2D9D}"/>
          </ac:spMkLst>
        </pc:spChg>
        <pc:spChg chg="mod">
          <ac:chgData name="Arafat Hossain" userId="b6f1d17d8f5fd358" providerId="LiveId" clId="{515F9725-0777-4B4A-B4DC-0F1E666A84F1}" dt="2026-01-04T19:07:35.322" v="4270" actId="14100"/>
          <ac:spMkLst>
            <pc:docMk/>
            <pc:sldMk cId="3961032057" sldId="258"/>
            <ac:spMk id="5" creationId="{38AB5BC6-9B07-A59F-BEC7-0A68280B0E2A}"/>
          </ac:spMkLst>
        </pc:spChg>
        <pc:spChg chg="del">
          <ac:chgData name="Arafat Hossain" userId="b6f1d17d8f5fd358" providerId="LiveId" clId="{515F9725-0777-4B4A-B4DC-0F1E666A84F1}" dt="2026-01-04T20:24:44.326" v="5203" actId="478"/>
          <ac:spMkLst>
            <pc:docMk/>
            <pc:sldMk cId="3961032057" sldId="258"/>
            <ac:spMk id="6" creationId="{08CADD0D-E1D9-EB7C-E1EA-8D2D17A97E9A}"/>
          </ac:spMkLst>
        </pc:spChg>
        <pc:spChg chg="del">
          <ac:chgData name="Arafat Hossain" userId="b6f1d17d8f5fd358" providerId="LiveId" clId="{515F9725-0777-4B4A-B4DC-0F1E666A84F1}" dt="2026-01-04T20:24:44.326" v="5203" actId="478"/>
          <ac:spMkLst>
            <pc:docMk/>
            <pc:sldMk cId="3961032057" sldId="258"/>
            <ac:spMk id="7" creationId="{EF7DD877-CCF3-1FEB-F00D-D5A760F638C5}"/>
          </ac:spMkLst>
        </pc:spChg>
        <pc:spChg chg="del">
          <ac:chgData name="Arafat Hossain" userId="b6f1d17d8f5fd358" providerId="LiveId" clId="{515F9725-0777-4B4A-B4DC-0F1E666A84F1}" dt="2026-01-04T20:24:44.326" v="5203" actId="478"/>
          <ac:spMkLst>
            <pc:docMk/>
            <pc:sldMk cId="3961032057" sldId="258"/>
            <ac:spMk id="8" creationId="{81E66C50-E0B6-EE32-A6F8-7ACAC030E42E}"/>
          </ac:spMkLst>
        </pc:spChg>
        <pc:spChg chg="del">
          <ac:chgData name="Arafat Hossain" userId="b6f1d17d8f5fd358" providerId="LiveId" clId="{515F9725-0777-4B4A-B4DC-0F1E666A84F1}" dt="2026-01-04T20:24:44.326" v="5203" actId="478"/>
          <ac:spMkLst>
            <pc:docMk/>
            <pc:sldMk cId="3961032057" sldId="258"/>
            <ac:spMk id="9" creationId="{7D214C96-EB7F-4D95-C2BE-22505AA72FAE}"/>
          </ac:spMkLst>
        </pc:spChg>
        <pc:spChg chg="del">
          <ac:chgData name="Arafat Hossain" userId="b6f1d17d8f5fd358" providerId="LiveId" clId="{515F9725-0777-4B4A-B4DC-0F1E666A84F1}" dt="2026-01-04T20:24:44.326" v="5203" actId="478"/>
          <ac:spMkLst>
            <pc:docMk/>
            <pc:sldMk cId="3961032057" sldId="258"/>
            <ac:spMk id="10" creationId="{D3F39624-F7B4-A1D4-3C07-6DE79F49F196}"/>
          </ac:spMkLst>
        </pc:spChg>
        <pc:spChg chg="del">
          <ac:chgData name="Arafat Hossain" userId="b6f1d17d8f5fd358" providerId="LiveId" clId="{515F9725-0777-4B4A-B4DC-0F1E666A84F1}" dt="2026-01-04T20:24:44.326" v="5203" actId="478"/>
          <ac:spMkLst>
            <pc:docMk/>
            <pc:sldMk cId="3961032057" sldId="258"/>
            <ac:spMk id="11" creationId="{A805CBCD-FDF0-F6F6-8859-7F553CDD7AB1}"/>
          </ac:spMkLst>
        </pc:spChg>
        <pc:spChg chg="mod">
          <ac:chgData name="Arafat Hossain" userId="b6f1d17d8f5fd358" providerId="LiveId" clId="{515F9725-0777-4B4A-B4DC-0F1E666A84F1}" dt="2026-01-04T20:17:15.379" v="4982" actId="20577"/>
          <ac:spMkLst>
            <pc:docMk/>
            <pc:sldMk cId="3961032057" sldId="258"/>
            <ac:spMk id="12" creationId="{6A27F58D-C027-6BFE-8100-AE798D2FD773}"/>
          </ac:spMkLst>
        </pc:spChg>
        <pc:spChg chg="del">
          <ac:chgData name="Arafat Hossain" userId="b6f1d17d8f5fd358" providerId="LiveId" clId="{515F9725-0777-4B4A-B4DC-0F1E666A84F1}" dt="2026-01-04T20:24:44.326" v="5203" actId="478"/>
          <ac:spMkLst>
            <pc:docMk/>
            <pc:sldMk cId="3961032057" sldId="258"/>
            <ac:spMk id="13" creationId="{5C483C80-D60C-68FE-B70C-EFDF59ED9718}"/>
          </ac:spMkLst>
        </pc:spChg>
        <pc:spChg chg="add mod">
          <ac:chgData name="Arafat Hossain" userId="b6f1d17d8f5fd358" providerId="LiveId" clId="{515F9725-0777-4B4A-B4DC-0F1E666A84F1}" dt="2026-01-04T20:24:53.830" v="5281" actId="1037"/>
          <ac:spMkLst>
            <pc:docMk/>
            <pc:sldMk cId="3961032057" sldId="258"/>
            <ac:spMk id="14" creationId="{AB497886-5FD9-50C1-B993-8D5151CEEA65}"/>
          </ac:spMkLst>
        </pc:spChg>
        <pc:spChg chg="del">
          <ac:chgData name="Arafat Hossain" userId="b6f1d17d8f5fd358" providerId="LiveId" clId="{515F9725-0777-4B4A-B4DC-0F1E666A84F1}" dt="2026-01-04T20:24:59.481" v="5282" actId="478"/>
          <ac:spMkLst>
            <pc:docMk/>
            <pc:sldMk cId="3961032057" sldId="258"/>
            <ac:spMk id="17" creationId="{4B2F681F-ED7E-8D80-1728-BA12EEE66FFC}"/>
          </ac:spMkLst>
        </pc:spChg>
        <pc:spChg chg="add mod">
          <ac:chgData name="Arafat Hossain" userId="b6f1d17d8f5fd358" providerId="LiveId" clId="{515F9725-0777-4B4A-B4DC-0F1E666A84F1}" dt="2026-01-04T20:27:13.093" v="5505" actId="1037"/>
          <ac:spMkLst>
            <pc:docMk/>
            <pc:sldMk cId="3961032057" sldId="258"/>
            <ac:spMk id="18" creationId="{8B210B80-30EF-507D-1EF0-CE8E59D9D16A}"/>
          </ac:spMkLst>
        </pc:spChg>
      </pc:sldChg>
      <pc:sldChg chg="addSp delSp modSp mod">
        <pc:chgData name="Arafat Hossain" userId="b6f1d17d8f5fd358" providerId="LiveId" clId="{515F9725-0777-4B4A-B4DC-0F1E666A84F1}" dt="2026-01-04T20:24:34.826" v="5202" actId="1037"/>
        <pc:sldMkLst>
          <pc:docMk/>
          <pc:sldMk cId="3345970764" sldId="259"/>
        </pc:sldMkLst>
        <pc:spChg chg="mod">
          <ac:chgData name="Arafat Hossain" userId="b6f1d17d8f5fd358" providerId="LiveId" clId="{515F9725-0777-4B4A-B4DC-0F1E666A84F1}" dt="2026-01-04T18:57:59.213" v="3967" actId="20577"/>
          <ac:spMkLst>
            <pc:docMk/>
            <pc:sldMk cId="3345970764" sldId="259"/>
            <ac:spMk id="5" creationId="{705CE713-8E55-B3DA-13F3-97BCA2259AB6}"/>
          </ac:spMkLst>
        </pc:spChg>
        <pc:spChg chg="add mod">
          <ac:chgData name="Arafat Hossain" userId="b6f1d17d8f5fd358" providerId="LiveId" clId="{515F9725-0777-4B4A-B4DC-0F1E666A84F1}" dt="2026-01-04T18:57:36.964" v="3943" actId="1038"/>
          <ac:spMkLst>
            <pc:docMk/>
            <pc:sldMk cId="3345970764" sldId="259"/>
            <ac:spMk id="6" creationId="{24D6E575-2EE5-22F8-0D60-5D509D622BA5}"/>
          </ac:spMkLst>
        </pc:spChg>
        <pc:spChg chg="add mod">
          <ac:chgData name="Arafat Hossain" userId="b6f1d17d8f5fd358" providerId="LiveId" clId="{515F9725-0777-4B4A-B4DC-0F1E666A84F1}" dt="2026-01-04T18:57:36.964" v="3943" actId="1038"/>
          <ac:spMkLst>
            <pc:docMk/>
            <pc:sldMk cId="3345970764" sldId="259"/>
            <ac:spMk id="7" creationId="{B4BF217D-487E-CB2F-9060-44A21A625DB2}"/>
          </ac:spMkLst>
        </pc:spChg>
        <pc:spChg chg="del">
          <ac:chgData name="Arafat Hossain" userId="b6f1d17d8f5fd358" providerId="LiveId" clId="{515F9725-0777-4B4A-B4DC-0F1E666A84F1}" dt="2026-01-04T18:57:32.174" v="3880" actId="478"/>
          <ac:spMkLst>
            <pc:docMk/>
            <pc:sldMk cId="3345970764" sldId="259"/>
            <ac:spMk id="8" creationId="{5B382C42-318A-B650-F451-F3E2DF931B9D}"/>
          </ac:spMkLst>
        </pc:spChg>
        <pc:spChg chg="del">
          <ac:chgData name="Arafat Hossain" userId="b6f1d17d8f5fd358" providerId="LiveId" clId="{515F9725-0777-4B4A-B4DC-0F1E666A84F1}" dt="2026-01-04T18:57:32.174" v="3880" actId="478"/>
          <ac:spMkLst>
            <pc:docMk/>
            <pc:sldMk cId="3345970764" sldId="259"/>
            <ac:spMk id="9" creationId="{3A14E458-A63C-91F5-B0C8-C77B9EF11587}"/>
          </ac:spMkLst>
        </pc:spChg>
        <pc:spChg chg="del">
          <ac:chgData name="Arafat Hossain" userId="b6f1d17d8f5fd358" providerId="LiveId" clId="{515F9725-0777-4B4A-B4DC-0F1E666A84F1}" dt="2026-01-04T18:57:32.174" v="3880" actId="478"/>
          <ac:spMkLst>
            <pc:docMk/>
            <pc:sldMk cId="3345970764" sldId="259"/>
            <ac:spMk id="10" creationId="{311D11A5-7918-6803-8536-CA28BA49AABD}"/>
          </ac:spMkLst>
        </pc:spChg>
        <pc:spChg chg="add mod">
          <ac:chgData name="Arafat Hossain" userId="b6f1d17d8f5fd358" providerId="LiveId" clId="{515F9725-0777-4B4A-B4DC-0F1E666A84F1}" dt="2026-01-04T18:57:36.964" v="3943" actId="1038"/>
          <ac:spMkLst>
            <pc:docMk/>
            <pc:sldMk cId="3345970764" sldId="259"/>
            <ac:spMk id="12" creationId="{EFF17DEF-4F33-CC18-BB8B-B0B8C1A994B3}"/>
          </ac:spMkLst>
        </pc:spChg>
        <pc:spChg chg="add mod">
          <ac:chgData name="Arafat Hossain" userId="b6f1d17d8f5fd358" providerId="LiveId" clId="{515F9725-0777-4B4A-B4DC-0F1E666A84F1}" dt="2026-01-04T18:57:36.964" v="3943" actId="1038"/>
          <ac:spMkLst>
            <pc:docMk/>
            <pc:sldMk cId="3345970764" sldId="259"/>
            <ac:spMk id="13" creationId="{18E25D5C-C067-8110-6F19-B135A42B0272}"/>
          </ac:spMkLst>
        </pc:spChg>
        <pc:spChg chg="add mod">
          <ac:chgData name="Arafat Hossain" userId="b6f1d17d8f5fd358" providerId="LiveId" clId="{515F9725-0777-4B4A-B4DC-0F1E666A84F1}" dt="2026-01-04T18:57:36.964" v="3943" actId="1038"/>
          <ac:spMkLst>
            <pc:docMk/>
            <pc:sldMk cId="3345970764" sldId="259"/>
            <ac:spMk id="14" creationId="{F5626935-35B5-BD67-E60C-D56A8637232E}"/>
          </ac:spMkLst>
        </pc:spChg>
        <pc:spChg chg="add mod">
          <ac:chgData name="Arafat Hossain" userId="b6f1d17d8f5fd358" providerId="LiveId" clId="{515F9725-0777-4B4A-B4DC-0F1E666A84F1}" dt="2026-01-04T18:57:36.964" v="3943" actId="1038"/>
          <ac:spMkLst>
            <pc:docMk/>
            <pc:sldMk cId="3345970764" sldId="259"/>
            <ac:spMk id="17" creationId="{DBD44DC3-D10A-5AEE-C9EA-950B026983AC}"/>
          </ac:spMkLst>
        </pc:spChg>
        <pc:spChg chg="add mod">
          <ac:chgData name="Arafat Hossain" userId="b6f1d17d8f5fd358" providerId="LiveId" clId="{515F9725-0777-4B4A-B4DC-0F1E666A84F1}" dt="2026-01-04T18:57:36.964" v="3943" actId="1038"/>
          <ac:spMkLst>
            <pc:docMk/>
            <pc:sldMk cId="3345970764" sldId="259"/>
            <ac:spMk id="18" creationId="{73865A6A-FEB6-8CAD-723B-D63A9BDCB86B}"/>
          </ac:spMkLst>
        </pc:spChg>
        <pc:spChg chg="add mod">
          <ac:chgData name="Arafat Hossain" userId="b6f1d17d8f5fd358" providerId="LiveId" clId="{515F9725-0777-4B4A-B4DC-0F1E666A84F1}" dt="2026-01-04T18:57:36.964" v="3943" actId="1038"/>
          <ac:spMkLst>
            <pc:docMk/>
            <pc:sldMk cId="3345970764" sldId="259"/>
            <ac:spMk id="24" creationId="{E8FCBCB6-D48E-0EAF-B592-F6E52781AB42}"/>
          </ac:spMkLst>
        </pc:spChg>
        <pc:spChg chg="add mod">
          <ac:chgData name="Arafat Hossain" userId="b6f1d17d8f5fd358" providerId="LiveId" clId="{515F9725-0777-4B4A-B4DC-0F1E666A84F1}" dt="2026-01-04T18:58:26.137" v="3968"/>
          <ac:spMkLst>
            <pc:docMk/>
            <pc:sldMk cId="3345970764" sldId="259"/>
            <ac:spMk id="32" creationId="{CC100848-F5A4-8A1B-1E37-EC55C52D3909}"/>
          </ac:spMkLst>
        </pc:spChg>
        <pc:spChg chg="del">
          <ac:chgData name="Arafat Hossain" userId="b6f1d17d8f5fd358" providerId="LiveId" clId="{515F9725-0777-4B4A-B4DC-0F1E666A84F1}" dt="2026-01-04T18:57:32.174" v="3880" actId="478"/>
          <ac:spMkLst>
            <pc:docMk/>
            <pc:sldMk cId="3345970764" sldId="259"/>
            <ac:spMk id="33" creationId="{CD81D018-9C07-4520-9117-E52164D331C8}"/>
          </ac:spMkLst>
        </pc:spChg>
        <pc:spChg chg="del">
          <ac:chgData name="Arafat Hossain" userId="b6f1d17d8f5fd358" providerId="LiveId" clId="{515F9725-0777-4B4A-B4DC-0F1E666A84F1}" dt="2026-01-04T18:57:32.174" v="3880" actId="478"/>
          <ac:spMkLst>
            <pc:docMk/>
            <pc:sldMk cId="3345970764" sldId="259"/>
            <ac:spMk id="41" creationId="{AAF489F2-AAD8-53F0-AF3A-DA1D7AFFB623}"/>
          </ac:spMkLst>
        </pc:spChg>
        <pc:spChg chg="del">
          <ac:chgData name="Arafat Hossain" userId="b6f1d17d8f5fd358" providerId="LiveId" clId="{515F9725-0777-4B4A-B4DC-0F1E666A84F1}" dt="2026-01-04T18:57:32.174" v="3880" actId="478"/>
          <ac:spMkLst>
            <pc:docMk/>
            <pc:sldMk cId="3345970764" sldId="259"/>
            <ac:spMk id="51" creationId="{61E32668-FF95-C1B3-7413-F42F35857EE2}"/>
          </ac:spMkLst>
        </pc:spChg>
        <pc:spChg chg="del">
          <ac:chgData name="Arafat Hossain" userId="b6f1d17d8f5fd358" providerId="LiveId" clId="{515F9725-0777-4B4A-B4DC-0F1E666A84F1}" dt="2026-01-04T18:57:32.174" v="3880" actId="478"/>
          <ac:spMkLst>
            <pc:docMk/>
            <pc:sldMk cId="3345970764" sldId="259"/>
            <ac:spMk id="52" creationId="{DDCC6208-6C1F-2B70-561B-86AB981F8094}"/>
          </ac:spMkLst>
        </pc:spChg>
        <pc:spChg chg="del">
          <ac:chgData name="Arafat Hossain" userId="b6f1d17d8f5fd358" providerId="LiveId" clId="{515F9725-0777-4B4A-B4DC-0F1E666A84F1}" dt="2026-01-04T18:57:32.174" v="3880" actId="478"/>
          <ac:spMkLst>
            <pc:docMk/>
            <pc:sldMk cId="3345970764" sldId="259"/>
            <ac:spMk id="53" creationId="{18295B7C-AAAB-7D0C-DC50-B1B5727E5309}"/>
          </ac:spMkLst>
        </pc:spChg>
        <pc:spChg chg="del">
          <ac:chgData name="Arafat Hossain" userId="b6f1d17d8f5fd358" providerId="LiveId" clId="{515F9725-0777-4B4A-B4DC-0F1E666A84F1}" dt="2026-01-04T18:57:32.174" v="3880" actId="478"/>
          <ac:spMkLst>
            <pc:docMk/>
            <pc:sldMk cId="3345970764" sldId="259"/>
            <ac:spMk id="54" creationId="{3FF5E352-80EF-4BA1-3822-A872DB248232}"/>
          </ac:spMkLst>
        </pc:spChg>
        <pc:spChg chg="add mod">
          <ac:chgData name="Arafat Hossain" userId="b6f1d17d8f5fd358" providerId="LiveId" clId="{515F9725-0777-4B4A-B4DC-0F1E666A84F1}" dt="2026-01-04T18:58:26.137" v="3968"/>
          <ac:spMkLst>
            <pc:docMk/>
            <pc:sldMk cId="3345970764" sldId="259"/>
            <ac:spMk id="55" creationId="{36A22F31-B882-53E9-AE5A-0979FC22A48A}"/>
          </ac:spMkLst>
        </pc:spChg>
        <pc:spChg chg="add mod">
          <ac:chgData name="Arafat Hossain" userId="b6f1d17d8f5fd358" providerId="LiveId" clId="{515F9725-0777-4B4A-B4DC-0F1E666A84F1}" dt="2026-01-04T18:58:26.137" v="3968"/>
          <ac:spMkLst>
            <pc:docMk/>
            <pc:sldMk cId="3345970764" sldId="259"/>
            <ac:spMk id="56" creationId="{6352DE03-7431-E318-D767-3B05E9D8F096}"/>
          </ac:spMkLst>
        </pc:spChg>
        <pc:spChg chg="add mod">
          <ac:chgData name="Arafat Hossain" userId="b6f1d17d8f5fd358" providerId="LiveId" clId="{515F9725-0777-4B4A-B4DC-0F1E666A84F1}" dt="2026-01-04T18:58:26.137" v="3968"/>
          <ac:spMkLst>
            <pc:docMk/>
            <pc:sldMk cId="3345970764" sldId="259"/>
            <ac:spMk id="57" creationId="{6D73FE60-4B3A-4FEE-33DC-D58DFAB14C4C}"/>
          </ac:spMkLst>
        </pc:spChg>
        <pc:spChg chg="add mod">
          <ac:chgData name="Arafat Hossain" userId="b6f1d17d8f5fd358" providerId="LiveId" clId="{515F9725-0777-4B4A-B4DC-0F1E666A84F1}" dt="2026-01-04T18:58:26.137" v="3968"/>
          <ac:spMkLst>
            <pc:docMk/>
            <pc:sldMk cId="3345970764" sldId="259"/>
            <ac:spMk id="58" creationId="{EF40BA35-382F-EA39-642E-481B1CD0FCE4}"/>
          </ac:spMkLst>
        </pc:spChg>
        <pc:spChg chg="add mod">
          <ac:chgData name="Arafat Hossain" userId="b6f1d17d8f5fd358" providerId="LiveId" clId="{515F9725-0777-4B4A-B4DC-0F1E666A84F1}" dt="2026-01-04T18:58:26.137" v="3968"/>
          <ac:spMkLst>
            <pc:docMk/>
            <pc:sldMk cId="3345970764" sldId="259"/>
            <ac:spMk id="59" creationId="{46AC7945-30CB-0D27-F187-A1BC0CC5A992}"/>
          </ac:spMkLst>
        </pc:spChg>
        <pc:spChg chg="add mod">
          <ac:chgData name="Arafat Hossain" userId="b6f1d17d8f5fd358" providerId="LiveId" clId="{515F9725-0777-4B4A-B4DC-0F1E666A84F1}" dt="2026-01-04T18:58:26.137" v="3968"/>
          <ac:spMkLst>
            <pc:docMk/>
            <pc:sldMk cId="3345970764" sldId="259"/>
            <ac:spMk id="60" creationId="{B8A44EDB-F146-9276-DACA-71217B395E2F}"/>
          </ac:spMkLst>
        </pc:spChg>
        <pc:spChg chg="add mod">
          <ac:chgData name="Arafat Hossain" userId="b6f1d17d8f5fd358" providerId="LiveId" clId="{515F9725-0777-4B4A-B4DC-0F1E666A84F1}" dt="2026-01-04T18:58:26.137" v="3968"/>
          <ac:spMkLst>
            <pc:docMk/>
            <pc:sldMk cId="3345970764" sldId="259"/>
            <ac:spMk id="61" creationId="{3C58B55E-E2B1-BB7B-BA84-80A4AA640966}"/>
          </ac:spMkLst>
        </pc:spChg>
        <pc:spChg chg="add mod">
          <ac:chgData name="Arafat Hossain" userId="b6f1d17d8f5fd358" providerId="LiveId" clId="{515F9725-0777-4B4A-B4DC-0F1E666A84F1}" dt="2026-01-04T20:12:05.582" v="4921" actId="403"/>
          <ac:spMkLst>
            <pc:docMk/>
            <pc:sldMk cId="3345970764" sldId="259"/>
            <ac:spMk id="62" creationId="{F90D5D39-C211-838B-B270-625A4F3F8056}"/>
          </ac:spMkLst>
        </pc:spChg>
        <pc:spChg chg="add mod">
          <ac:chgData name="Arafat Hossain" userId="b6f1d17d8f5fd358" providerId="LiveId" clId="{515F9725-0777-4B4A-B4DC-0F1E666A84F1}" dt="2026-01-04T20:24:34.826" v="5202" actId="1037"/>
          <ac:spMkLst>
            <pc:docMk/>
            <pc:sldMk cId="3345970764" sldId="259"/>
            <ac:spMk id="63" creationId="{1CFFB39F-53ED-E268-32AC-99C0592CD77B}"/>
          </ac:spMkLst>
        </pc:spChg>
        <pc:grpChg chg="del">
          <ac:chgData name="Arafat Hossain" userId="b6f1d17d8f5fd358" providerId="LiveId" clId="{515F9725-0777-4B4A-B4DC-0F1E666A84F1}" dt="2026-01-04T18:53:12.485" v="3633" actId="478"/>
          <ac:grpSpMkLst>
            <pc:docMk/>
            <pc:sldMk cId="3345970764" sldId="259"/>
            <ac:grpSpMk id="2" creationId="{C21AD39A-63F6-244C-47B5-D7F3F76969DA}"/>
          </ac:grpSpMkLst>
        </pc:grpChg>
        <pc:grpChg chg="del">
          <ac:chgData name="Arafat Hossain" userId="b6f1d17d8f5fd358" providerId="LiveId" clId="{515F9725-0777-4B4A-B4DC-0F1E666A84F1}" dt="2026-01-04T18:53:15.490" v="3635" actId="478"/>
          <ac:grpSpMkLst>
            <pc:docMk/>
            <pc:sldMk cId="3345970764" sldId="259"/>
            <ac:grpSpMk id="46" creationId="{31031E5A-B5E5-265D-AE9D-25325E814D80}"/>
          </ac:grpSpMkLst>
        </pc:grpChg>
        <pc:grpChg chg="del">
          <ac:chgData name="Arafat Hossain" userId="b6f1d17d8f5fd358" providerId="LiveId" clId="{515F9725-0777-4B4A-B4DC-0F1E666A84F1}" dt="2026-01-04T18:53:08.983" v="3631" actId="478"/>
          <ac:grpSpMkLst>
            <pc:docMk/>
            <pc:sldMk cId="3345970764" sldId="259"/>
            <ac:grpSpMk id="47" creationId="{6913DB63-C0DB-2CC4-71B0-CF6117BBF87A}"/>
          </ac:grpSpMkLst>
        </pc:grpChg>
        <pc:grpChg chg="del">
          <ac:chgData name="Arafat Hossain" userId="b6f1d17d8f5fd358" providerId="LiveId" clId="{515F9725-0777-4B4A-B4DC-0F1E666A84F1}" dt="2026-01-04T18:53:13.822" v="3634" actId="478"/>
          <ac:grpSpMkLst>
            <pc:docMk/>
            <pc:sldMk cId="3345970764" sldId="259"/>
            <ac:grpSpMk id="49" creationId="{D9F2EBAA-C817-AB09-9FBC-8DB2EE724E0C}"/>
          </ac:grpSpMkLst>
        </pc:grpChg>
        <pc:grpChg chg="del">
          <ac:chgData name="Arafat Hossain" userId="b6f1d17d8f5fd358" providerId="LiveId" clId="{515F9725-0777-4B4A-B4DC-0F1E666A84F1}" dt="2026-01-04T18:53:10.926" v="3632" actId="478"/>
          <ac:grpSpMkLst>
            <pc:docMk/>
            <pc:sldMk cId="3345970764" sldId="259"/>
            <ac:grpSpMk id="50" creationId="{49918217-4B3B-DA10-E81E-530C291E964D}"/>
          </ac:grpSpMkLst>
        </pc:grpChg>
      </pc:sldChg>
      <pc:sldChg chg="addSp delSp modSp mod">
        <pc:chgData name="Arafat Hossain" userId="b6f1d17d8f5fd358" providerId="LiveId" clId="{515F9725-0777-4B4A-B4DC-0F1E666A84F1}" dt="2026-01-04T20:37:43.182" v="7371" actId="478"/>
        <pc:sldMkLst>
          <pc:docMk/>
          <pc:sldMk cId="1726413013" sldId="260"/>
        </pc:sldMkLst>
        <pc:spChg chg="add mod">
          <ac:chgData name="Arafat Hossain" userId="b6f1d17d8f5fd358" providerId="LiveId" clId="{515F9725-0777-4B4A-B4DC-0F1E666A84F1}" dt="2026-01-04T18:55:22.597" v="3689" actId="20577"/>
          <ac:spMkLst>
            <pc:docMk/>
            <pc:sldMk cId="1726413013" sldId="260"/>
            <ac:spMk id="2" creationId="{8C08FEBC-CB08-8B6F-674A-E038EB96DAF3}"/>
          </ac:spMkLst>
        </pc:spChg>
        <pc:spChg chg="add mod">
          <ac:chgData name="Arafat Hossain" userId="b6f1d17d8f5fd358" providerId="LiveId" clId="{515F9725-0777-4B4A-B4DC-0F1E666A84F1}" dt="2026-01-04T18:55:30.581" v="3704" actId="20577"/>
          <ac:spMkLst>
            <pc:docMk/>
            <pc:sldMk cId="1726413013" sldId="260"/>
            <ac:spMk id="3" creationId="{46861684-F3CB-3A0E-DDA6-B5AAC16C417F}"/>
          </ac:spMkLst>
        </pc:spChg>
        <pc:spChg chg="mod">
          <ac:chgData name="Arafat Hossain" userId="b6f1d17d8f5fd358" providerId="LiveId" clId="{515F9725-0777-4B4A-B4DC-0F1E666A84F1}" dt="2026-01-04T18:57:05.767" v="3879" actId="20577"/>
          <ac:spMkLst>
            <pc:docMk/>
            <pc:sldMk cId="1726413013" sldId="260"/>
            <ac:spMk id="5" creationId="{17578BA9-818F-6243-2D8D-0B7DB9920366}"/>
          </ac:spMkLst>
        </pc:spChg>
        <pc:spChg chg="add mod">
          <ac:chgData name="Arafat Hossain" userId="b6f1d17d8f5fd358" providerId="LiveId" clId="{515F9725-0777-4B4A-B4DC-0F1E666A84F1}" dt="2026-01-04T18:55:37.160" v="3715" actId="20577"/>
          <ac:spMkLst>
            <pc:docMk/>
            <pc:sldMk cId="1726413013" sldId="260"/>
            <ac:spMk id="6" creationId="{5586EDF3-C404-9DE9-F505-6EAA8945A51C}"/>
          </ac:spMkLst>
        </pc:spChg>
        <pc:spChg chg="add mod">
          <ac:chgData name="Arafat Hossain" userId="b6f1d17d8f5fd358" providerId="LiveId" clId="{515F9725-0777-4B4A-B4DC-0F1E666A84F1}" dt="2026-01-04T18:55:48.318" v="3732" actId="20577"/>
          <ac:spMkLst>
            <pc:docMk/>
            <pc:sldMk cId="1726413013" sldId="260"/>
            <ac:spMk id="7" creationId="{37EE55FB-F9BC-67C4-BF42-EB720009D30F}"/>
          </ac:spMkLst>
        </pc:spChg>
        <pc:spChg chg="add mod">
          <ac:chgData name="Arafat Hossain" userId="b6f1d17d8f5fd358" providerId="LiveId" clId="{515F9725-0777-4B4A-B4DC-0F1E666A84F1}" dt="2026-01-04T18:55:57.676" v="3744" actId="20577"/>
          <ac:spMkLst>
            <pc:docMk/>
            <pc:sldMk cId="1726413013" sldId="260"/>
            <ac:spMk id="11" creationId="{58472248-DA3F-35B3-85F0-7E09B363D4E5}"/>
          </ac:spMkLst>
        </pc:spChg>
        <pc:spChg chg="add mod">
          <ac:chgData name="Arafat Hossain" userId="b6f1d17d8f5fd358" providerId="LiveId" clId="{515F9725-0777-4B4A-B4DC-0F1E666A84F1}" dt="2026-01-04T18:56:11.012" v="3774" actId="20577"/>
          <ac:spMkLst>
            <pc:docMk/>
            <pc:sldMk cId="1726413013" sldId="260"/>
            <ac:spMk id="18" creationId="{147590B7-98F9-26D3-78B2-F4B95385A39F}"/>
          </ac:spMkLst>
        </pc:spChg>
        <pc:spChg chg="add mod">
          <ac:chgData name="Arafat Hossain" userId="b6f1d17d8f5fd358" providerId="LiveId" clId="{515F9725-0777-4B4A-B4DC-0F1E666A84F1}" dt="2026-01-04T18:56:20.647" v="3784" actId="20577"/>
          <ac:spMkLst>
            <pc:docMk/>
            <pc:sldMk cId="1726413013" sldId="260"/>
            <ac:spMk id="24" creationId="{F5C0261A-B565-F2B0-1BF1-233CB6DAA40D}"/>
          </ac:spMkLst>
        </pc:spChg>
        <pc:spChg chg="add del mod">
          <ac:chgData name="Arafat Hossain" userId="b6f1d17d8f5fd358" providerId="LiveId" clId="{515F9725-0777-4B4A-B4DC-0F1E666A84F1}" dt="2026-01-04T18:56:23.421" v="3785" actId="478"/>
          <ac:spMkLst>
            <pc:docMk/>
            <pc:sldMk cId="1726413013" sldId="260"/>
            <ac:spMk id="25" creationId="{DB434D5F-748F-A086-493A-B448F22F48F5}"/>
          </ac:spMkLst>
        </pc:spChg>
        <pc:spChg chg="add mod">
          <ac:chgData name="Arafat Hossain" userId="b6f1d17d8f5fd358" providerId="LiveId" clId="{515F9725-0777-4B4A-B4DC-0F1E666A84F1}" dt="2026-01-04T18:55:09.290" v="3679" actId="20577"/>
          <ac:spMkLst>
            <pc:docMk/>
            <pc:sldMk cId="1726413013" sldId="260"/>
            <ac:spMk id="26" creationId="{DE1FA0CA-B96C-F8FC-C2FE-F0ADC1805BF0}"/>
          </ac:spMkLst>
        </pc:spChg>
        <pc:spChg chg="add del mod">
          <ac:chgData name="Arafat Hossain" userId="b6f1d17d8f5fd358" providerId="LiveId" clId="{515F9725-0777-4B4A-B4DC-0F1E666A84F1}" dt="2026-01-04T20:24:05.199" v="5005" actId="478"/>
          <ac:spMkLst>
            <pc:docMk/>
            <pc:sldMk cId="1726413013" sldId="260"/>
            <ac:spMk id="27" creationId="{9E1A0EFB-D192-47CB-E565-35B38E4F5421}"/>
          </ac:spMkLst>
        </pc:spChg>
        <pc:spChg chg="add mod">
          <ac:chgData name="Arafat Hossain" userId="b6f1d17d8f5fd358" providerId="LiveId" clId="{515F9725-0777-4B4A-B4DC-0F1E666A84F1}" dt="2026-01-04T20:24:10.827" v="5070" actId="1037"/>
          <ac:spMkLst>
            <pc:docMk/>
            <pc:sldMk cId="1726413013" sldId="260"/>
            <ac:spMk id="28" creationId="{6CD32CA9-4C19-0729-0951-309FA9BDFC48}"/>
          </ac:spMkLst>
        </pc:spChg>
        <pc:grpChg chg="add del mod">
          <ac:chgData name="Arafat Hossain" userId="b6f1d17d8f5fd358" providerId="LiveId" clId="{515F9725-0777-4B4A-B4DC-0F1E666A84F1}" dt="2026-01-04T20:37:43.182" v="7371" actId="478"/>
          <ac:grpSpMkLst>
            <pc:docMk/>
            <pc:sldMk cId="1726413013" sldId="260"/>
            <ac:grpSpMk id="8" creationId="{9F938A4F-1CBA-4A99-7479-59D27D5FD490}"/>
          </ac:grpSpMkLst>
        </pc:grpChg>
        <pc:grpChg chg="del">
          <ac:chgData name="Arafat Hossain" userId="b6f1d17d8f5fd358" providerId="LiveId" clId="{515F9725-0777-4B4A-B4DC-0F1E666A84F1}" dt="2026-01-04T18:52:59.929" v="3630" actId="478"/>
          <ac:grpSpMkLst>
            <pc:docMk/>
            <pc:sldMk cId="1726413013" sldId="260"/>
            <ac:grpSpMk id="91" creationId="{46A7D832-ADCD-2C8F-8F1B-FD8BBA18A0D7}"/>
          </ac:grpSpMkLst>
        </pc:grpChg>
        <pc:grpChg chg="del">
          <ac:chgData name="Arafat Hossain" userId="b6f1d17d8f5fd358" providerId="LiveId" clId="{515F9725-0777-4B4A-B4DC-0F1E666A84F1}" dt="2026-01-04T18:52:58.523" v="3629" actId="478"/>
          <ac:grpSpMkLst>
            <pc:docMk/>
            <pc:sldMk cId="1726413013" sldId="260"/>
            <ac:grpSpMk id="96" creationId="{38A70F49-7ABE-1FC4-3375-6E7A59A7D89A}"/>
          </ac:grpSpMkLst>
        </pc:grpChg>
        <pc:grpChg chg="del">
          <ac:chgData name="Arafat Hossain" userId="b6f1d17d8f5fd358" providerId="LiveId" clId="{515F9725-0777-4B4A-B4DC-0F1E666A84F1}" dt="2026-01-04T18:52:55.132" v="3627" actId="478"/>
          <ac:grpSpMkLst>
            <pc:docMk/>
            <pc:sldMk cId="1726413013" sldId="260"/>
            <ac:grpSpMk id="101" creationId="{54E2054C-94F3-41F1-E1BF-B3263AA8B473}"/>
          </ac:grpSpMkLst>
        </pc:grpChg>
        <pc:grpChg chg="del">
          <ac:chgData name="Arafat Hossain" userId="b6f1d17d8f5fd358" providerId="LiveId" clId="{515F9725-0777-4B4A-B4DC-0F1E666A84F1}" dt="2026-01-04T18:52:53.479" v="3626" actId="478"/>
          <ac:grpSpMkLst>
            <pc:docMk/>
            <pc:sldMk cId="1726413013" sldId="260"/>
            <ac:grpSpMk id="106" creationId="{10651304-4466-53E8-7223-28BD17C0FB40}"/>
          </ac:grpSpMkLst>
        </pc:grpChg>
        <pc:grpChg chg="del">
          <ac:chgData name="Arafat Hossain" userId="b6f1d17d8f5fd358" providerId="LiveId" clId="{515F9725-0777-4B4A-B4DC-0F1E666A84F1}" dt="2026-01-04T18:52:57.114" v="3628" actId="478"/>
          <ac:grpSpMkLst>
            <pc:docMk/>
            <pc:sldMk cId="1726413013" sldId="260"/>
            <ac:grpSpMk id="111" creationId="{B08B839C-2962-C4D9-66EA-6D82D54A881E}"/>
          </ac:grpSpMkLst>
        </pc:grpChg>
      </pc:sldChg>
      <pc:sldChg chg="addSp delSp modSp mod">
        <pc:chgData name="Arafat Hossain" userId="b6f1d17d8f5fd358" providerId="LiveId" clId="{515F9725-0777-4B4A-B4DC-0F1E666A84F1}" dt="2026-01-04T20:26:50.423" v="5377" actId="1037"/>
        <pc:sldMkLst>
          <pc:docMk/>
          <pc:sldMk cId="2338925404" sldId="261"/>
        </pc:sldMkLst>
        <pc:spChg chg="del">
          <ac:chgData name="Arafat Hossain" userId="b6f1d17d8f5fd358" providerId="LiveId" clId="{515F9725-0777-4B4A-B4DC-0F1E666A84F1}" dt="2026-01-04T20:26:44.787" v="5307" actId="478"/>
          <ac:spMkLst>
            <pc:docMk/>
            <pc:sldMk cId="2338925404" sldId="261"/>
            <ac:spMk id="2" creationId="{A766741C-2EC3-8D81-BD02-9B8B567ED5AB}"/>
          </ac:spMkLst>
        </pc:spChg>
        <pc:spChg chg="mod">
          <ac:chgData name="Arafat Hossain" userId="b6f1d17d8f5fd358" providerId="LiveId" clId="{515F9725-0777-4B4A-B4DC-0F1E666A84F1}" dt="2026-01-04T19:04:06.248" v="4248" actId="20577"/>
          <ac:spMkLst>
            <pc:docMk/>
            <pc:sldMk cId="2338925404" sldId="261"/>
            <ac:spMk id="5" creationId="{A11B90B4-E35A-1F4C-ECF5-BACC2084BCDE}"/>
          </ac:spMkLst>
        </pc:spChg>
        <pc:spChg chg="add del mod">
          <ac:chgData name="Arafat Hossain" userId="b6f1d17d8f5fd358" providerId="LiveId" clId="{515F9725-0777-4B4A-B4DC-0F1E666A84F1}" dt="2026-01-04T20:24:17.121" v="5071" actId="478"/>
          <ac:spMkLst>
            <pc:docMk/>
            <pc:sldMk cId="2338925404" sldId="261"/>
            <ac:spMk id="12" creationId="{D6642CB9-8EF9-769C-15F6-270D7B9284B6}"/>
          </ac:spMkLst>
        </pc:spChg>
        <pc:spChg chg="add del mod">
          <ac:chgData name="Arafat Hossain" userId="b6f1d17d8f5fd358" providerId="LiveId" clId="{515F9725-0777-4B4A-B4DC-0F1E666A84F1}" dt="2026-01-04T19:03:33.013" v="4197" actId="478"/>
          <ac:spMkLst>
            <pc:docMk/>
            <pc:sldMk cId="2338925404" sldId="261"/>
            <ac:spMk id="13" creationId="{C922557F-36B1-4B56-49B2-31628710A5A5}"/>
          </ac:spMkLst>
        </pc:spChg>
        <pc:spChg chg="add mod">
          <ac:chgData name="Arafat Hossain" userId="b6f1d17d8f5fd358" providerId="LiveId" clId="{515F9725-0777-4B4A-B4DC-0F1E666A84F1}" dt="2026-01-04T20:12:13.411" v="4922" actId="403"/>
          <ac:spMkLst>
            <pc:docMk/>
            <pc:sldMk cId="2338925404" sldId="261"/>
            <ac:spMk id="14" creationId="{5842D539-3F20-93E7-4EBA-7EC2792D4DBD}"/>
          </ac:spMkLst>
        </pc:spChg>
        <pc:spChg chg="add mod">
          <ac:chgData name="Arafat Hossain" userId="b6f1d17d8f5fd358" providerId="LiveId" clId="{515F9725-0777-4B4A-B4DC-0F1E666A84F1}" dt="2026-01-04T20:24:22.553" v="5137" actId="1038"/>
          <ac:spMkLst>
            <pc:docMk/>
            <pc:sldMk cId="2338925404" sldId="261"/>
            <ac:spMk id="17" creationId="{272A08E9-9645-563D-9417-05F4703D22E7}"/>
          </ac:spMkLst>
        </pc:spChg>
        <pc:spChg chg="add mod">
          <ac:chgData name="Arafat Hossain" userId="b6f1d17d8f5fd358" providerId="LiveId" clId="{515F9725-0777-4B4A-B4DC-0F1E666A84F1}" dt="2026-01-04T20:26:50.423" v="5377" actId="1037"/>
          <ac:spMkLst>
            <pc:docMk/>
            <pc:sldMk cId="2338925404" sldId="261"/>
            <ac:spMk id="18" creationId="{CAD1EA7B-1BA8-6F95-3264-02CD361B06AD}"/>
          </ac:spMkLst>
        </pc:spChg>
        <pc:spChg chg="add del">
          <ac:chgData name="Arafat Hossain" userId="b6f1d17d8f5fd358" providerId="LiveId" clId="{515F9725-0777-4B4A-B4DC-0F1E666A84F1}" dt="2026-01-04T19:02:57.299" v="4196" actId="478"/>
          <ac:spMkLst>
            <pc:docMk/>
            <pc:sldMk cId="2338925404" sldId="261"/>
            <ac:spMk id="62" creationId="{4BEC6CE7-46D7-B596-BEE6-D35EEFBB5E42}"/>
          </ac:spMkLst>
        </pc:spChg>
        <pc:spChg chg="add del">
          <ac:chgData name="Arafat Hossain" userId="b6f1d17d8f5fd358" providerId="LiveId" clId="{515F9725-0777-4B4A-B4DC-0F1E666A84F1}" dt="2026-01-04T19:02:57.299" v="4196" actId="478"/>
          <ac:spMkLst>
            <pc:docMk/>
            <pc:sldMk cId="2338925404" sldId="261"/>
            <ac:spMk id="63" creationId="{18E1559A-694B-3F66-1B83-29275394A786}"/>
          </ac:spMkLst>
        </pc:spChg>
        <pc:spChg chg="add del">
          <ac:chgData name="Arafat Hossain" userId="b6f1d17d8f5fd358" providerId="LiveId" clId="{515F9725-0777-4B4A-B4DC-0F1E666A84F1}" dt="2026-01-04T19:02:57.299" v="4196" actId="478"/>
          <ac:spMkLst>
            <pc:docMk/>
            <pc:sldMk cId="2338925404" sldId="261"/>
            <ac:spMk id="64" creationId="{0AF0CCDF-8DB7-C8F6-1CDE-C9EF6DE64FAF}"/>
          </ac:spMkLst>
        </pc:spChg>
        <pc:spChg chg="add del">
          <ac:chgData name="Arafat Hossain" userId="b6f1d17d8f5fd358" providerId="LiveId" clId="{515F9725-0777-4B4A-B4DC-0F1E666A84F1}" dt="2026-01-04T19:02:57.299" v="4196" actId="478"/>
          <ac:spMkLst>
            <pc:docMk/>
            <pc:sldMk cId="2338925404" sldId="261"/>
            <ac:spMk id="65" creationId="{1416709C-C046-F6B8-8421-3651B3467692}"/>
          </ac:spMkLst>
        </pc:spChg>
        <pc:spChg chg="add del">
          <ac:chgData name="Arafat Hossain" userId="b6f1d17d8f5fd358" providerId="LiveId" clId="{515F9725-0777-4B4A-B4DC-0F1E666A84F1}" dt="2026-01-04T19:02:57.299" v="4196" actId="478"/>
          <ac:spMkLst>
            <pc:docMk/>
            <pc:sldMk cId="2338925404" sldId="261"/>
            <ac:spMk id="66" creationId="{1AB472C3-9447-F190-4901-1861FBCC7BD4}"/>
          </ac:spMkLst>
        </pc:spChg>
        <pc:spChg chg="add del">
          <ac:chgData name="Arafat Hossain" userId="b6f1d17d8f5fd358" providerId="LiveId" clId="{515F9725-0777-4B4A-B4DC-0F1E666A84F1}" dt="2026-01-04T19:02:57.299" v="4196" actId="478"/>
          <ac:spMkLst>
            <pc:docMk/>
            <pc:sldMk cId="2338925404" sldId="261"/>
            <ac:spMk id="67" creationId="{28BCFC8F-31A1-0A6C-80D7-489AAED4A4CA}"/>
          </ac:spMkLst>
        </pc:spChg>
        <pc:spChg chg="add del">
          <ac:chgData name="Arafat Hossain" userId="b6f1d17d8f5fd358" providerId="LiveId" clId="{515F9725-0777-4B4A-B4DC-0F1E666A84F1}" dt="2026-01-04T19:02:57.299" v="4196" actId="478"/>
          <ac:spMkLst>
            <pc:docMk/>
            <pc:sldMk cId="2338925404" sldId="261"/>
            <ac:spMk id="68" creationId="{B76BFFA6-FA4D-4B5F-18D6-3C59A01C7A06}"/>
          </ac:spMkLst>
        </pc:spChg>
        <pc:spChg chg="add del">
          <ac:chgData name="Arafat Hossain" userId="b6f1d17d8f5fd358" providerId="LiveId" clId="{515F9725-0777-4B4A-B4DC-0F1E666A84F1}" dt="2026-01-04T19:02:57.299" v="4196" actId="478"/>
          <ac:spMkLst>
            <pc:docMk/>
            <pc:sldMk cId="2338925404" sldId="261"/>
            <ac:spMk id="69" creationId="{2DD3B47D-A10C-5CE1-C5E7-D5105031EC17}"/>
          </ac:spMkLst>
        </pc:spChg>
        <pc:spChg chg="add del">
          <ac:chgData name="Arafat Hossain" userId="b6f1d17d8f5fd358" providerId="LiveId" clId="{515F9725-0777-4B4A-B4DC-0F1E666A84F1}" dt="2026-01-04T19:02:57.299" v="4196" actId="478"/>
          <ac:spMkLst>
            <pc:docMk/>
            <pc:sldMk cId="2338925404" sldId="261"/>
            <ac:spMk id="70" creationId="{C6D85E03-3743-E393-F6AE-57CE4852D10F}"/>
          </ac:spMkLst>
        </pc:spChg>
        <pc:grpChg chg="del">
          <ac:chgData name="Arafat Hossain" userId="b6f1d17d8f5fd358" providerId="LiveId" clId="{515F9725-0777-4B4A-B4DC-0F1E666A84F1}" dt="2026-01-04T18:53:34.139" v="3640" actId="478"/>
          <ac:grpSpMkLst>
            <pc:docMk/>
            <pc:sldMk cId="2338925404" sldId="261"/>
            <ac:grpSpMk id="3" creationId="{A6A60D80-737D-A107-B38D-AD3188B35F8C}"/>
          </ac:grpSpMkLst>
        </pc:grpChg>
        <pc:grpChg chg="del">
          <ac:chgData name="Arafat Hossain" userId="b6f1d17d8f5fd358" providerId="LiveId" clId="{515F9725-0777-4B4A-B4DC-0F1E666A84F1}" dt="2026-01-04T18:53:32.205" v="3639" actId="478"/>
          <ac:grpSpMkLst>
            <pc:docMk/>
            <pc:sldMk cId="2338925404" sldId="261"/>
            <ac:grpSpMk id="10" creationId="{2DA38757-AD57-F770-1E8C-F060EC3CE563}"/>
          </ac:grpSpMkLst>
        </pc:grpChg>
        <pc:grpChg chg="del">
          <ac:chgData name="Arafat Hossain" userId="b6f1d17d8f5fd358" providerId="LiveId" clId="{515F9725-0777-4B4A-B4DC-0F1E666A84F1}" dt="2026-01-04T18:53:30.099" v="3638" actId="478"/>
          <ac:grpSpMkLst>
            <pc:docMk/>
            <pc:sldMk cId="2338925404" sldId="261"/>
            <ac:grpSpMk id="47" creationId="{C7B312AB-8C37-D09B-205E-FEF2A5AAF697}"/>
          </ac:grpSpMkLst>
        </pc:grpChg>
        <pc:grpChg chg="del">
          <ac:chgData name="Arafat Hossain" userId="b6f1d17d8f5fd358" providerId="LiveId" clId="{515F9725-0777-4B4A-B4DC-0F1E666A84F1}" dt="2026-01-04T18:53:28.091" v="3637" actId="478"/>
          <ac:grpSpMkLst>
            <pc:docMk/>
            <pc:sldMk cId="2338925404" sldId="261"/>
            <ac:grpSpMk id="53" creationId="{42B6CE42-86E0-D223-84CD-D88947C63ED5}"/>
          </ac:grpSpMkLst>
        </pc:grpChg>
        <pc:grpChg chg="del">
          <ac:chgData name="Arafat Hossain" userId="b6f1d17d8f5fd358" providerId="LiveId" clId="{515F9725-0777-4B4A-B4DC-0F1E666A84F1}" dt="2026-01-04T18:53:25.888" v="3636" actId="478"/>
          <ac:grpSpMkLst>
            <pc:docMk/>
            <pc:sldMk cId="2338925404" sldId="261"/>
            <ac:grpSpMk id="58" creationId="{D813A618-11BD-FC53-849F-E0C784F95599}"/>
          </ac:grpSpMkLst>
        </pc:grpChg>
      </pc:sldChg>
      <pc:sldChg chg="addSp delSp modSp mod">
        <pc:chgData name="Arafat Hossain" userId="b6f1d17d8f5fd358" providerId="LiveId" clId="{515F9725-0777-4B4A-B4DC-0F1E666A84F1}" dt="2026-01-04T20:28:07.213" v="5867" actId="1038"/>
        <pc:sldMkLst>
          <pc:docMk/>
          <pc:sldMk cId="2677874155" sldId="264"/>
        </pc:sldMkLst>
        <pc:spChg chg="del">
          <ac:chgData name="Arafat Hossain" userId="b6f1d17d8f5fd358" providerId="LiveId" clId="{515F9725-0777-4B4A-B4DC-0F1E666A84F1}" dt="2026-01-04T20:25:11.849" v="5285" actId="478"/>
          <ac:spMkLst>
            <pc:docMk/>
            <pc:sldMk cId="2677874155" sldId="264"/>
            <ac:spMk id="3" creationId="{9EC35488-AD5C-DCDD-34A5-A260643E688D}"/>
          </ac:spMkLst>
        </pc:spChg>
        <pc:spChg chg="mod">
          <ac:chgData name="Arafat Hossain" userId="b6f1d17d8f5fd358" providerId="LiveId" clId="{515F9725-0777-4B4A-B4DC-0F1E666A84F1}" dt="2026-01-04T19:15:41.053" v="4452" actId="14100"/>
          <ac:spMkLst>
            <pc:docMk/>
            <pc:sldMk cId="2677874155" sldId="264"/>
            <ac:spMk id="5" creationId="{4B8E873E-7B5B-3949-4FE9-9BEEFFE89348}"/>
          </ac:spMkLst>
        </pc:spChg>
        <pc:spChg chg="del">
          <ac:chgData name="Arafat Hossain" userId="b6f1d17d8f5fd358" providerId="LiveId" clId="{515F9725-0777-4B4A-B4DC-0F1E666A84F1}" dt="2026-01-04T20:25:14.153" v="5286" actId="478"/>
          <ac:spMkLst>
            <pc:docMk/>
            <pc:sldMk cId="2677874155" sldId="264"/>
            <ac:spMk id="6" creationId="{1EC6C0C1-DD0E-521A-45EA-B483E6E8D290}"/>
          </ac:spMkLst>
        </pc:spChg>
        <pc:spChg chg="add mod">
          <ac:chgData name="Arafat Hossain" userId="b6f1d17d8f5fd358" providerId="LiveId" clId="{515F9725-0777-4B4A-B4DC-0F1E666A84F1}" dt="2026-01-04T20:27:26.215" v="5641" actId="1037"/>
          <ac:spMkLst>
            <pc:docMk/>
            <pc:sldMk cId="2677874155" sldId="264"/>
            <ac:spMk id="8" creationId="{D04FCE04-BDCB-1ECB-8916-9C8D09B6E964}"/>
          </ac:spMkLst>
        </pc:spChg>
        <pc:spChg chg="add mod">
          <ac:chgData name="Arafat Hossain" userId="b6f1d17d8f5fd358" providerId="LiveId" clId="{515F9725-0777-4B4A-B4DC-0F1E666A84F1}" dt="2026-01-04T20:28:07.213" v="5867" actId="1038"/>
          <ac:spMkLst>
            <pc:docMk/>
            <pc:sldMk cId="2677874155" sldId="264"/>
            <ac:spMk id="9" creationId="{C1E7A01A-8F82-C4F3-9356-571F581A6376}"/>
          </ac:spMkLst>
        </pc:spChg>
        <pc:spChg chg="mod">
          <ac:chgData name="Arafat Hossain" userId="b6f1d17d8f5fd358" providerId="LiveId" clId="{515F9725-0777-4B4A-B4DC-0F1E666A84F1}" dt="2026-01-04T20:19:06.968" v="4988" actId="14100"/>
          <ac:spMkLst>
            <pc:docMk/>
            <pc:sldMk cId="2677874155" sldId="264"/>
            <ac:spMk id="12" creationId="{3FBD5ED7-80B7-5FB4-C282-C4323AB7FD50}"/>
          </ac:spMkLst>
        </pc:spChg>
        <pc:picChg chg="add mod">
          <ac:chgData name="Arafat Hossain" userId="b6f1d17d8f5fd358" providerId="LiveId" clId="{515F9725-0777-4B4A-B4DC-0F1E666A84F1}" dt="2026-01-04T20:18:38.392" v="4985" actId="1076"/>
          <ac:picMkLst>
            <pc:docMk/>
            <pc:sldMk cId="2677874155" sldId="264"/>
            <ac:picMk id="7" creationId="{90A02CCB-2D6C-AF7F-863A-18748694E0BF}"/>
          </ac:picMkLst>
        </pc:picChg>
      </pc:sldChg>
      <pc:sldChg chg="addSp delSp modSp mod">
        <pc:chgData name="Arafat Hossain" userId="b6f1d17d8f5fd358" providerId="LiveId" clId="{515F9725-0777-4B4A-B4DC-0F1E666A84F1}" dt="2026-01-04T20:28:25.361" v="6008" actId="1037"/>
        <pc:sldMkLst>
          <pc:docMk/>
          <pc:sldMk cId="3538141410" sldId="265"/>
        </pc:sldMkLst>
        <pc:spChg chg="add mod">
          <ac:chgData name="Arafat Hossain" userId="b6f1d17d8f5fd358" providerId="LiveId" clId="{515F9725-0777-4B4A-B4DC-0F1E666A84F1}" dt="2026-01-04T20:27:47.984" v="5793" actId="1038"/>
          <ac:spMkLst>
            <pc:docMk/>
            <pc:sldMk cId="3538141410" sldId="265"/>
            <ac:spMk id="2" creationId="{E0085DCA-841A-36DB-BCAF-8B336BFC35A8}"/>
          </ac:spMkLst>
        </pc:spChg>
        <pc:spChg chg="del">
          <ac:chgData name="Arafat Hossain" userId="b6f1d17d8f5fd358" providerId="LiveId" clId="{515F9725-0777-4B4A-B4DC-0F1E666A84F1}" dt="2026-01-04T20:25:21.917" v="5288" actId="478"/>
          <ac:spMkLst>
            <pc:docMk/>
            <pc:sldMk cId="3538141410" sldId="265"/>
            <ac:spMk id="3" creationId="{71C7B2BD-AC4D-FD66-EC3A-9B3A2DE8BB42}"/>
          </ac:spMkLst>
        </pc:spChg>
        <pc:spChg chg="mod">
          <ac:chgData name="Arafat Hossain" userId="b6f1d17d8f5fd358" providerId="LiveId" clId="{515F9725-0777-4B4A-B4DC-0F1E666A84F1}" dt="2026-01-04T19:15:57.246" v="4483" actId="14100"/>
          <ac:spMkLst>
            <pc:docMk/>
            <pc:sldMk cId="3538141410" sldId="265"/>
            <ac:spMk id="5" creationId="{AEEEF9A2-E78D-35EE-16F7-0A55B2F24A5A}"/>
          </ac:spMkLst>
        </pc:spChg>
        <pc:spChg chg="del">
          <ac:chgData name="Arafat Hossain" userId="b6f1d17d8f5fd358" providerId="LiveId" clId="{515F9725-0777-4B4A-B4DC-0F1E666A84F1}" dt="2026-01-04T20:25:18.888" v="5287" actId="478"/>
          <ac:spMkLst>
            <pc:docMk/>
            <pc:sldMk cId="3538141410" sldId="265"/>
            <ac:spMk id="7" creationId="{8B9A5808-2C33-4CFE-6696-0CDF4C35605B}"/>
          </ac:spMkLst>
        </pc:spChg>
        <pc:spChg chg="add mod">
          <ac:chgData name="Arafat Hossain" userId="b6f1d17d8f5fd358" providerId="LiveId" clId="{515F9725-0777-4B4A-B4DC-0F1E666A84F1}" dt="2026-01-04T20:28:25.361" v="6008" actId="1037"/>
          <ac:spMkLst>
            <pc:docMk/>
            <pc:sldMk cId="3538141410" sldId="265"/>
            <ac:spMk id="8" creationId="{20316C01-1A35-5B98-FADB-2E5465BE4CAD}"/>
          </ac:spMkLst>
        </pc:spChg>
        <pc:spChg chg="mod">
          <ac:chgData name="Arafat Hossain" userId="b6f1d17d8f5fd358" providerId="LiveId" clId="{515F9725-0777-4B4A-B4DC-0F1E666A84F1}" dt="2026-01-04T20:27:54.987" v="5794" actId="14100"/>
          <ac:spMkLst>
            <pc:docMk/>
            <pc:sldMk cId="3538141410" sldId="265"/>
            <ac:spMk id="12" creationId="{A28561B5-99E6-D5CB-7F78-F11A29BA659F}"/>
          </ac:spMkLst>
        </pc:spChg>
        <pc:picChg chg="add mod">
          <ac:chgData name="Arafat Hossain" userId="b6f1d17d8f5fd358" providerId="LiveId" clId="{515F9725-0777-4B4A-B4DC-0F1E666A84F1}" dt="2026-01-04T20:27:47.984" v="5793" actId="1038"/>
          <ac:picMkLst>
            <pc:docMk/>
            <pc:sldMk cId="3538141410" sldId="265"/>
            <ac:picMk id="6" creationId="{46626B6A-2239-22E2-5205-A34AFCEFAC3B}"/>
          </ac:picMkLst>
        </pc:picChg>
      </pc:sldChg>
      <pc:sldChg chg="addSp delSp modSp mod">
        <pc:chgData name="Arafat Hossain" userId="b6f1d17d8f5fd358" providerId="LiveId" clId="{515F9725-0777-4B4A-B4DC-0F1E666A84F1}" dt="2026-01-04T20:28:45.455" v="6148" actId="1037"/>
        <pc:sldMkLst>
          <pc:docMk/>
          <pc:sldMk cId="3985414047" sldId="266"/>
        </pc:sldMkLst>
        <pc:spChg chg="del">
          <ac:chgData name="Arafat Hossain" userId="b6f1d17d8f5fd358" providerId="LiveId" clId="{515F9725-0777-4B4A-B4DC-0F1E666A84F1}" dt="2026-01-04T20:25:29.803" v="5290" actId="478"/>
          <ac:spMkLst>
            <pc:docMk/>
            <pc:sldMk cId="3985414047" sldId="266"/>
            <ac:spMk id="2" creationId="{D7F40CAD-E208-415B-9540-629B923A9323}"/>
          </ac:spMkLst>
        </pc:spChg>
        <pc:spChg chg="add mod">
          <ac:chgData name="Arafat Hossain" userId="b6f1d17d8f5fd358" providerId="LiveId" clId="{515F9725-0777-4B4A-B4DC-0F1E666A84F1}" dt="2026-01-04T20:28:14.077" v="5942" actId="1038"/>
          <ac:spMkLst>
            <pc:docMk/>
            <pc:sldMk cId="3985414047" sldId="266"/>
            <ac:spMk id="3" creationId="{2467CB6E-6E03-2501-8210-020ECCBFBF3C}"/>
          </ac:spMkLst>
        </pc:spChg>
        <pc:spChg chg="mod">
          <ac:chgData name="Arafat Hossain" userId="b6f1d17d8f5fd358" providerId="LiveId" clId="{515F9725-0777-4B4A-B4DC-0F1E666A84F1}" dt="2026-01-04T19:16:46.585" v="4510" actId="20577"/>
          <ac:spMkLst>
            <pc:docMk/>
            <pc:sldMk cId="3985414047" sldId="266"/>
            <ac:spMk id="5" creationId="{FD1E07DB-48F9-D528-908A-9EFBF864BC68}"/>
          </ac:spMkLst>
        </pc:spChg>
        <pc:spChg chg="del">
          <ac:chgData name="Arafat Hossain" userId="b6f1d17d8f5fd358" providerId="LiveId" clId="{515F9725-0777-4B4A-B4DC-0F1E666A84F1}" dt="2026-01-04T20:25:25.840" v="5289" actId="478"/>
          <ac:spMkLst>
            <pc:docMk/>
            <pc:sldMk cId="3985414047" sldId="266"/>
            <ac:spMk id="6" creationId="{7B48E8D1-453F-9E53-893E-9A1E9C141336}"/>
          </ac:spMkLst>
        </pc:spChg>
        <pc:spChg chg="add mod">
          <ac:chgData name="Arafat Hossain" userId="b6f1d17d8f5fd358" providerId="LiveId" clId="{515F9725-0777-4B4A-B4DC-0F1E666A84F1}" dt="2026-01-04T20:28:45.455" v="6148" actId="1037"/>
          <ac:spMkLst>
            <pc:docMk/>
            <pc:sldMk cId="3985414047" sldId="266"/>
            <ac:spMk id="7" creationId="{6BADD73D-37A8-092F-1855-3A3B6FA8B1C1}"/>
          </ac:spMkLst>
        </pc:spChg>
        <pc:spChg chg="mod">
          <ac:chgData name="Arafat Hossain" userId="b6f1d17d8f5fd358" providerId="LiveId" clId="{515F9725-0777-4B4A-B4DC-0F1E666A84F1}" dt="2026-01-04T20:20:02.688" v="4991" actId="12"/>
          <ac:spMkLst>
            <pc:docMk/>
            <pc:sldMk cId="3985414047" sldId="266"/>
            <ac:spMk id="12" creationId="{50BA0B4C-2854-DEBE-B7EE-EAA6186F953B}"/>
          </ac:spMkLst>
        </pc:spChg>
        <pc:picChg chg="add mod">
          <ac:chgData name="Arafat Hossain" userId="b6f1d17d8f5fd358" providerId="LiveId" clId="{515F9725-0777-4B4A-B4DC-0F1E666A84F1}" dt="2026-01-04T20:28:45.455" v="6148" actId="1037"/>
          <ac:picMkLst>
            <pc:docMk/>
            <pc:sldMk cId="3985414047" sldId="266"/>
            <ac:picMk id="8" creationId="{4B173E01-BEC3-C0C3-979E-E485B90B92AC}"/>
          </ac:picMkLst>
        </pc:picChg>
      </pc:sldChg>
      <pc:sldChg chg="addSp delSp modSp mod">
        <pc:chgData name="Arafat Hossain" userId="b6f1d17d8f5fd358" providerId="LiveId" clId="{515F9725-0777-4B4A-B4DC-0F1E666A84F1}" dt="2026-01-04T20:29:07.778" v="6277" actId="1037"/>
        <pc:sldMkLst>
          <pc:docMk/>
          <pc:sldMk cId="3239507915" sldId="267"/>
        </pc:sldMkLst>
        <pc:spChg chg="del">
          <ac:chgData name="Arafat Hossain" userId="b6f1d17d8f5fd358" providerId="LiveId" clId="{515F9725-0777-4B4A-B4DC-0F1E666A84F1}" dt="2026-01-04T20:25:37.054" v="5292" actId="478"/>
          <ac:spMkLst>
            <pc:docMk/>
            <pc:sldMk cId="3239507915" sldId="267"/>
            <ac:spMk id="3" creationId="{449EFA8A-D7BA-6446-BA73-13F1428ACA53}"/>
          </ac:spMkLst>
        </pc:spChg>
        <pc:spChg chg="mod">
          <ac:chgData name="Arafat Hossain" userId="b6f1d17d8f5fd358" providerId="LiveId" clId="{515F9725-0777-4B4A-B4DC-0F1E666A84F1}" dt="2026-01-04T19:17:01.504" v="4524" actId="20577"/>
          <ac:spMkLst>
            <pc:docMk/>
            <pc:sldMk cId="3239507915" sldId="267"/>
            <ac:spMk id="5" creationId="{4B733D6A-1E80-6336-DC07-2B232D698A96}"/>
          </ac:spMkLst>
        </pc:spChg>
        <pc:spChg chg="del">
          <ac:chgData name="Arafat Hossain" userId="b6f1d17d8f5fd358" providerId="LiveId" clId="{515F9725-0777-4B4A-B4DC-0F1E666A84F1}" dt="2026-01-04T20:25:33.907" v="5291" actId="478"/>
          <ac:spMkLst>
            <pc:docMk/>
            <pc:sldMk cId="3239507915" sldId="267"/>
            <ac:spMk id="6" creationId="{37EB8243-B349-75DC-3131-C02B0D4C8063}"/>
          </ac:spMkLst>
        </pc:spChg>
        <pc:spChg chg="add mod">
          <ac:chgData name="Arafat Hossain" userId="b6f1d17d8f5fd358" providerId="LiveId" clId="{515F9725-0777-4B4A-B4DC-0F1E666A84F1}" dt="2026-01-04T20:28:32.219" v="6075" actId="1037"/>
          <ac:spMkLst>
            <pc:docMk/>
            <pc:sldMk cId="3239507915" sldId="267"/>
            <ac:spMk id="8" creationId="{339CEF1F-FC53-E44D-5BEA-C987C89F3EE6}"/>
          </ac:spMkLst>
        </pc:spChg>
        <pc:spChg chg="add mod">
          <ac:chgData name="Arafat Hossain" userId="b6f1d17d8f5fd358" providerId="LiveId" clId="{515F9725-0777-4B4A-B4DC-0F1E666A84F1}" dt="2026-01-04T20:29:07.778" v="6277" actId="1037"/>
          <ac:spMkLst>
            <pc:docMk/>
            <pc:sldMk cId="3239507915" sldId="267"/>
            <ac:spMk id="9" creationId="{91338839-196F-0F44-7D39-4C87C10BDC06}"/>
          </ac:spMkLst>
        </pc:spChg>
        <pc:spChg chg="mod">
          <ac:chgData name="Arafat Hossain" userId="b6f1d17d8f5fd358" providerId="LiveId" clId="{515F9725-0777-4B4A-B4DC-0F1E666A84F1}" dt="2026-01-04T20:20:16.666" v="4993" actId="14100"/>
          <ac:spMkLst>
            <pc:docMk/>
            <pc:sldMk cId="3239507915" sldId="267"/>
            <ac:spMk id="12" creationId="{F1B460F7-F506-578D-0B10-10D340E3B649}"/>
          </ac:spMkLst>
        </pc:spChg>
        <pc:picChg chg="add mod">
          <ac:chgData name="Arafat Hossain" userId="b6f1d17d8f5fd358" providerId="LiveId" clId="{515F9725-0777-4B4A-B4DC-0F1E666A84F1}" dt="2026-01-04T20:11:27.523" v="4918" actId="1076"/>
          <ac:picMkLst>
            <pc:docMk/>
            <pc:sldMk cId="3239507915" sldId="267"/>
            <ac:picMk id="7" creationId="{CF9AEE49-B8E8-C400-4C72-069AE238E2C7}"/>
          </ac:picMkLst>
        </pc:picChg>
      </pc:sldChg>
      <pc:sldChg chg="addSp delSp modSp mod">
        <pc:chgData name="Arafat Hossain" userId="b6f1d17d8f5fd358" providerId="LiveId" clId="{515F9725-0777-4B4A-B4DC-0F1E666A84F1}" dt="2026-01-04T20:29:25.472" v="6411" actId="1037"/>
        <pc:sldMkLst>
          <pc:docMk/>
          <pc:sldMk cId="106174672" sldId="268"/>
        </pc:sldMkLst>
        <pc:spChg chg="add mod">
          <ac:chgData name="Arafat Hossain" userId="b6f1d17d8f5fd358" providerId="LiveId" clId="{515F9725-0777-4B4A-B4DC-0F1E666A84F1}" dt="2026-01-04T20:28:50.779" v="6211" actId="1038"/>
          <ac:spMkLst>
            <pc:docMk/>
            <pc:sldMk cId="106174672" sldId="268"/>
            <ac:spMk id="2" creationId="{A2331EBD-AE21-FF09-BCEA-9B7ABEC9C895}"/>
          </ac:spMkLst>
        </pc:spChg>
        <pc:spChg chg="del">
          <ac:chgData name="Arafat Hossain" userId="b6f1d17d8f5fd358" providerId="LiveId" clId="{515F9725-0777-4B4A-B4DC-0F1E666A84F1}" dt="2026-01-04T20:25:45.537" v="5294" actId="478"/>
          <ac:spMkLst>
            <pc:docMk/>
            <pc:sldMk cId="106174672" sldId="268"/>
            <ac:spMk id="3" creationId="{5E9C2D3C-A120-C1ED-33AF-715F85819CE7}"/>
          </ac:spMkLst>
        </pc:spChg>
        <pc:spChg chg="mod">
          <ac:chgData name="Arafat Hossain" userId="b6f1d17d8f5fd358" providerId="LiveId" clId="{515F9725-0777-4B4A-B4DC-0F1E666A84F1}" dt="2026-01-04T19:17:10.636" v="4536" actId="20577"/>
          <ac:spMkLst>
            <pc:docMk/>
            <pc:sldMk cId="106174672" sldId="268"/>
            <ac:spMk id="5" creationId="{566D7E97-C2AE-EB02-2772-024C645B2AD8}"/>
          </ac:spMkLst>
        </pc:spChg>
        <pc:spChg chg="del">
          <ac:chgData name="Arafat Hossain" userId="b6f1d17d8f5fd358" providerId="LiveId" clId="{515F9725-0777-4B4A-B4DC-0F1E666A84F1}" dt="2026-01-04T20:25:42.012" v="5293" actId="478"/>
          <ac:spMkLst>
            <pc:docMk/>
            <pc:sldMk cId="106174672" sldId="268"/>
            <ac:spMk id="6" creationId="{F92DEE21-D9B1-A1B4-C5E7-6349208BCE56}"/>
          </ac:spMkLst>
        </pc:spChg>
        <pc:spChg chg="add mod">
          <ac:chgData name="Arafat Hossain" userId="b6f1d17d8f5fd358" providerId="LiveId" clId="{515F9725-0777-4B4A-B4DC-0F1E666A84F1}" dt="2026-01-04T20:29:25.472" v="6411" actId="1037"/>
          <ac:spMkLst>
            <pc:docMk/>
            <pc:sldMk cId="106174672" sldId="268"/>
            <ac:spMk id="8" creationId="{3E14D7E3-C84C-2A84-E552-77023F7B415D}"/>
          </ac:spMkLst>
        </pc:spChg>
        <pc:spChg chg="mod">
          <ac:chgData name="Arafat Hossain" userId="b6f1d17d8f5fd358" providerId="LiveId" clId="{515F9725-0777-4B4A-B4DC-0F1E666A84F1}" dt="2026-01-04T20:21:33.440" v="4995" actId="20577"/>
          <ac:spMkLst>
            <pc:docMk/>
            <pc:sldMk cId="106174672" sldId="268"/>
            <ac:spMk id="12" creationId="{0C77A0EA-EFCF-26C1-143F-4501D3B01623}"/>
          </ac:spMkLst>
        </pc:spChg>
        <pc:picChg chg="add mod">
          <ac:chgData name="Arafat Hossain" userId="b6f1d17d8f5fd358" providerId="LiveId" clId="{515F9725-0777-4B4A-B4DC-0F1E666A84F1}" dt="2026-01-04T20:28:50.779" v="6211" actId="1038"/>
          <ac:picMkLst>
            <pc:docMk/>
            <pc:sldMk cId="106174672" sldId="268"/>
            <ac:picMk id="7" creationId="{FAA8F9EF-DD74-6936-0E2A-3179BE0BC21F}"/>
          </ac:picMkLst>
        </pc:picChg>
      </pc:sldChg>
      <pc:sldChg chg="addSp delSp modSp mod">
        <pc:chgData name="Arafat Hossain" userId="b6f1d17d8f5fd358" providerId="LiveId" clId="{515F9725-0777-4B4A-B4DC-0F1E666A84F1}" dt="2026-01-04T20:29:46.366" v="6566" actId="1038"/>
        <pc:sldMkLst>
          <pc:docMk/>
          <pc:sldMk cId="3168184705" sldId="270"/>
        </pc:sldMkLst>
        <pc:spChg chg="del">
          <ac:chgData name="Arafat Hossain" userId="b6f1d17d8f5fd358" providerId="LiveId" clId="{515F9725-0777-4B4A-B4DC-0F1E666A84F1}" dt="2026-01-04T20:25:53.447" v="5296" actId="478"/>
          <ac:spMkLst>
            <pc:docMk/>
            <pc:sldMk cId="3168184705" sldId="270"/>
            <ac:spMk id="2" creationId="{C3ED2A19-E2B5-47DC-2BFF-5908443CF854}"/>
          </ac:spMkLst>
        </pc:spChg>
        <pc:spChg chg="add mod">
          <ac:chgData name="Arafat Hossain" userId="b6f1d17d8f5fd358" providerId="LiveId" clId="{515F9725-0777-4B4A-B4DC-0F1E666A84F1}" dt="2026-01-04T20:29:15.972" v="6346" actId="1038"/>
          <ac:spMkLst>
            <pc:docMk/>
            <pc:sldMk cId="3168184705" sldId="270"/>
            <ac:spMk id="6" creationId="{1939BB69-AECF-CD94-7024-2731815D4775}"/>
          </ac:spMkLst>
        </pc:spChg>
        <pc:spChg chg="add mod">
          <ac:chgData name="Arafat Hossain" userId="b6f1d17d8f5fd358" providerId="LiveId" clId="{515F9725-0777-4B4A-B4DC-0F1E666A84F1}" dt="2026-01-04T20:29:46.366" v="6566" actId="1038"/>
          <ac:spMkLst>
            <pc:docMk/>
            <pc:sldMk cId="3168184705" sldId="270"/>
            <ac:spMk id="7" creationId="{7E061555-DEE3-ECD4-0144-F70333FBF72A}"/>
          </ac:spMkLst>
        </pc:spChg>
        <pc:spChg chg="mod">
          <ac:chgData name="Arafat Hossain" userId="b6f1d17d8f5fd358" providerId="LiveId" clId="{515F9725-0777-4B4A-B4DC-0F1E666A84F1}" dt="2026-01-04T20:21:48.728" v="4996" actId="12"/>
          <ac:spMkLst>
            <pc:docMk/>
            <pc:sldMk cId="3168184705" sldId="270"/>
            <ac:spMk id="12" creationId="{DB7323D1-635B-D539-925B-950619107651}"/>
          </ac:spMkLst>
        </pc:spChg>
        <pc:picChg chg="del">
          <ac:chgData name="Arafat Hossain" userId="b6f1d17d8f5fd358" providerId="LiveId" clId="{515F9725-0777-4B4A-B4DC-0F1E666A84F1}" dt="2026-01-04T20:25:49.167" v="5295" actId="478"/>
          <ac:picMkLst>
            <pc:docMk/>
            <pc:sldMk cId="3168184705" sldId="270"/>
            <ac:picMk id="3" creationId="{73DA7D47-1976-8818-D978-ACE67C87CF61}"/>
          </ac:picMkLst>
        </pc:picChg>
      </pc:sldChg>
      <pc:sldChg chg="addSp delSp modSp mod">
        <pc:chgData name="Arafat Hossain" userId="b6f1d17d8f5fd358" providerId="LiveId" clId="{515F9725-0777-4B4A-B4DC-0F1E666A84F1}" dt="2026-01-04T20:30:22.034" v="6838" actId="1037"/>
        <pc:sldMkLst>
          <pc:docMk/>
          <pc:sldMk cId="3566686304" sldId="271"/>
        </pc:sldMkLst>
        <pc:spChg chg="add mod">
          <ac:chgData name="Arafat Hossain" userId="b6f1d17d8f5fd358" providerId="LiveId" clId="{515F9725-0777-4B4A-B4DC-0F1E666A84F1}" dt="2026-01-04T20:29:53.302" v="6642" actId="1038"/>
          <ac:spMkLst>
            <pc:docMk/>
            <pc:sldMk cId="3566686304" sldId="271"/>
            <ac:spMk id="2" creationId="{ADDE80E7-7802-3EE3-5EB1-85B3F1005B9E}"/>
          </ac:spMkLst>
        </pc:spChg>
        <pc:spChg chg="mod">
          <ac:chgData name="Arafat Hossain" userId="b6f1d17d8f5fd358" providerId="LiveId" clId="{515F9725-0777-4B4A-B4DC-0F1E666A84F1}" dt="2026-01-04T19:18:02.760" v="4576" actId="20577"/>
          <ac:spMkLst>
            <pc:docMk/>
            <pc:sldMk cId="3566686304" sldId="271"/>
            <ac:spMk id="5" creationId="{9ABF5656-B504-4ADF-3A94-CC4024A594CD}"/>
          </ac:spMkLst>
        </pc:spChg>
        <pc:spChg chg="add mod">
          <ac:chgData name="Arafat Hossain" userId="b6f1d17d8f5fd358" providerId="LiveId" clId="{515F9725-0777-4B4A-B4DC-0F1E666A84F1}" dt="2026-01-04T20:30:22.034" v="6838" actId="1037"/>
          <ac:spMkLst>
            <pc:docMk/>
            <pc:sldMk cId="3566686304" sldId="271"/>
            <ac:spMk id="6" creationId="{D0BBF513-6092-108F-BEB4-4633C1EF83C4}"/>
          </ac:spMkLst>
        </pc:spChg>
        <pc:spChg chg="mod">
          <ac:chgData name="Arafat Hossain" userId="b6f1d17d8f5fd358" providerId="LiveId" clId="{515F9725-0777-4B4A-B4DC-0F1E666A84F1}" dt="2026-01-04T20:22:40.904" v="4998" actId="12"/>
          <ac:spMkLst>
            <pc:docMk/>
            <pc:sldMk cId="3566686304" sldId="271"/>
            <ac:spMk id="12" creationId="{68296DD5-1B0A-FDB7-4AE4-1AE9D684AAAF}"/>
          </ac:spMkLst>
        </pc:spChg>
        <pc:picChg chg="del">
          <ac:chgData name="Arafat Hossain" userId="b6f1d17d8f5fd358" providerId="LiveId" clId="{515F9725-0777-4B4A-B4DC-0F1E666A84F1}" dt="2026-01-04T20:26:07.346" v="5300" actId="478"/>
          <ac:picMkLst>
            <pc:docMk/>
            <pc:sldMk cId="3566686304" sldId="271"/>
            <ac:picMk id="3" creationId="{46FF1913-E3C4-D685-26F9-D91F8E7CF5BF}"/>
          </ac:picMkLst>
        </pc:picChg>
        <pc:picChg chg="del">
          <ac:chgData name="Arafat Hossain" userId="b6f1d17d8f5fd358" providerId="LiveId" clId="{515F9725-0777-4B4A-B4DC-0F1E666A84F1}" dt="2026-01-04T20:26:04.973" v="5299" actId="478"/>
          <ac:picMkLst>
            <pc:docMk/>
            <pc:sldMk cId="3566686304" sldId="271"/>
            <ac:picMk id="7" creationId="{22990436-5615-615C-FFD6-BB8C17F49447}"/>
          </ac:picMkLst>
        </pc:picChg>
      </pc:sldChg>
      <pc:sldChg chg="addSp delSp modSp mod">
        <pc:chgData name="Arafat Hossain" userId="b6f1d17d8f5fd358" providerId="LiveId" clId="{515F9725-0777-4B4A-B4DC-0F1E666A84F1}" dt="2026-01-04T20:31:14.831" v="7119" actId="1037"/>
        <pc:sldMkLst>
          <pc:docMk/>
          <pc:sldMk cId="3314470435" sldId="272"/>
        </pc:sldMkLst>
        <pc:spChg chg="add mod">
          <ac:chgData name="Arafat Hossain" userId="b6f1d17d8f5fd358" providerId="LiveId" clId="{515F9725-0777-4B4A-B4DC-0F1E666A84F1}" dt="2026-01-04T20:23:16.916" v="5000" actId="12"/>
          <ac:spMkLst>
            <pc:docMk/>
            <pc:sldMk cId="3314470435" sldId="272"/>
            <ac:spMk id="3" creationId="{6BD0BB71-7B1D-DE74-5C67-9FFB1D675C83}"/>
          </ac:spMkLst>
        </pc:spChg>
        <pc:spChg chg="mod">
          <ac:chgData name="Arafat Hossain" userId="b6f1d17d8f5fd358" providerId="LiveId" clId="{515F9725-0777-4B4A-B4DC-0F1E666A84F1}" dt="2026-01-04T19:18:34.459" v="4605" actId="20577"/>
          <ac:spMkLst>
            <pc:docMk/>
            <pc:sldMk cId="3314470435" sldId="272"/>
            <ac:spMk id="5" creationId="{F6F312B9-45A7-3D73-F89E-A81C5265A380}"/>
          </ac:spMkLst>
        </pc:spChg>
        <pc:spChg chg="del">
          <ac:chgData name="Arafat Hossain" userId="b6f1d17d8f5fd358" providerId="LiveId" clId="{515F9725-0777-4B4A-B4DC-0F1E666A84F1}" dt="2026-01-04T20:26:18.921" v="5303" actId="478"/>
          <ac:spMkLst>
            <pc:docMk/>
            <pc:sldMk cId="3314470435" sldId="272"/>
            <ac:spMk id="7" creationId="{41616F16-0669-2284-807F-53722B29F32B}"/>
          </ac:spMkLst>
        </pc:spChg>
        <pc:spChg chg="add mod">
          <ac:chgData name="Arafat Hossain" userId="b6f1d17d8f5fd358" providerId="LiveId" clId="{515F9725-0777-4B4A-B4DC-0F1E666A84F1}" dt="2026-01-04T20:30:33.990" v="6911" actId="1038"/>
          <ac:spMkLst>
            <pc:docMk/>
            <pc:sldMk cId="3314470435" sldId="272"/>
            <ac:spMk id="8" creationId="{732220B5-CB65-232B-4B8E-92E0E3FBB2BB}"/>
          </ac:spMkLst>
        </pc:spChg>
        <pc:spChg chg="add mod">
          <ac:chgData name="Arafat Hossain" userId="b6f1d17d8f5fd358" providerId="LiveId" clId="{515F9725-0777-4B4A-B4DC-0F1E666A84F1}" dt="2026-01-04T20:31:14.831" v="7119" actId="1037"/>
          <ac:spMkLst>
            <pc:docMk/>
            <pc:sldMk cId="3314470435" sldId="272"/>
            <ac:spMk id="9" creationId="{45CE5572-50A5-2AE1-A326-AE78B2ECD3DA}"/>
          </ac:spMkLst>
        </pc:spChg>
        <pc:graphicFrameChg chg="del">
          <ac:chgData name="Arafat Hossain" userId="b6f1d17d8f5fd358" providerId="LiveId" clId="{515F9725-0777-4B4A-B4DC-0F1E666A84F1}" dt="2026-01-04T19:19:12.365" v="4616" actId="478"/>
          <ac:graphicFrameMkLst>
            <pc:docMk/>
            <pc:sldMk cId="3314470435" sldId="272"/>
            <ac:graphicFrameMk id="2" creationId="{D0B8EFD9-66ED-960F-77F7-E48C860E917E}"/>
          </ac:graphicFrameMkLst>
        </pc:graphicFrameChg>
        <pc:picChg chg="del">
          <ac:chgData name="Arafat Hossain" userId="b6f1d17d8f5fd358" providerId="LiveId" clId="{515F9725-0777-4B4A-B4DC-0F1E666A84F1}" dt="2026-01-04T20:26:21.312" v="5304" actId="478"/>
          <ac:picMkLst>
            <pc:docMk/>
            <pc:sldMk cId="3314470435" sldId="272"/>
            <ac:picMk id="6" creationId="{19BE29F9-1417-9F50-F64C-6D7385BDB222}"/>
          </ac:picMkLst>
        </pc:picChg>
      </pc:sldChg>
      <pc:sldChg chg="addSp delSp modSp mod">
        <pc:chgData name="Arafat Hossain" userId="b6f1d17d8f5fd358" providerId="LiveId" clId="{515F9725-0777-4B4A-B4DC-0F1E666A84F1}" dt="2026-01-04T20:30:03.748" v="6707" actId="1037"/>
        <pc:sldMkLst>
          <pc:docMk/>
          <pc:sldMk cId="297126508" sldId="273"/>
        </pc:sldMkLst>
        <pc:spChg chg="add mod">
          <ac:chgData name="Arafat Hossain" userId="b6f1d17d8f5fd358" providerId="LiveId" clId="{515F9725-0777-4B4A-B4DC-0F1E666A84F1}" dt="2026-01-04T20:22:24.830" v="4997" actId="12"/>
          <ac:spMkLst>
            <pc:docMk/>
            <pc:sldMk cId="297126508" sldId="273"/>
            <ac:spMk id="2" creationId="{3D8F70BC-8073-479D-1364-FEC23666F367}"/>
          </ac:spMkLst>
        </pc:spChg>
        <pc:spChg chg="add mod">
          <ac:chgData name="Arafat Hossain" userId="b6f1d17d8f5fd358" providerId="LiveId" clId="{515F9725-0777-4B4A-B4DC-0F1E666A84F1}" dt="2026-01-04T20:29:34.739" v="6487" actId="1037"/>
          <ac:spMkLst>
            <pc:docMk/>
            <pc:sldMk cId="297126508" sldId="273"/>
            <ac:spMk id="3" creationId="{00FAD10F-2C46-FBD1-0DC2-0F9A75DC0C5E}"/>
          </ac:spMkLst>
        </pc:spChg>
        <pc:spChg chg="mod">
          <ac:chgData name="Arafat Hossain" userId="b6f1d17d8f5fd358" providerId="LiveId" clId="{515F9725-0777-4B4A-B4DC-0F1E666A84F1}" dt="2026-01-04T19:17:35.964" v="4552" actId="20577"/>
          <ac:spMkLst>
            <pc:docMk/>
            <pc:sldMk cId="297126508" sldId="273"/>
            <ac:spMk id="5" creationId="{10093B91-BC6A-0355-0AD9-28FEF9397F3E}"/>
          </ac:spMkLst>
        </pc:spChg>
        <pc:spChg chg="add mod">
          <ac:chgData name="Arafat Hossain" userId="b6f1d17d8f5fd358" providerId="LiveId" clId="{515F9725-0777-4B4A-B4DC-0F1E666A84F1}" dt="2026-01-04T20:30:03.748" v="6707" actId="1037"/>
          <ac:spMkLst>
            <pc:docMk/>
            <pc:sldMk cId="297126508" sldId="273"/>
            <ac:spMk id="6" creationId="{0CB73A5D-E2FD-8B1C-08AD-10DCFCCEFFC9}"/>
          </ac:spMkLst>
        </pc:spChg>
        <pc:spChg chg="del">
          <ac:chgData name="Arafat Hossain" userId="b6f1d17d8f5fd358" providerId="LiveId" clId="{515F9725-0777-4B4A-B4DC-0F1E666A84F1}" dt="2026-01-04T20:26:01.004" v="5298" actId="478"/>
          <ac:spMkLst>
            <pc:docMk/>
            <pc:sldMk cId="297126508" sldId="273"/>
            <ac:spMk id="9" creationId="{A804CED6-F196-939B-2428-8A0CBF7C90FE}"/>
          </ac:spMkLst>
        </pc:spChg>
        <pc:spChg chg="del">
          <ac:chgData name="Arafat Hossain" userId="b6f1d17d8f5fd358" providerId="LiveId" clId="{515F9725-0777-4B4A-B4DC-0F1E666A84F1}" dt="2026-01-04T20:25:57.737" v="5297" actId="478"/>
          <ac:spMkLst>
            <pc:docMk/>
            <pc:sldMk cId="297126508" sldId="273"/>
            <ac:spMk id="10" creationId="{F1CFCA2D-E157-76C4-D876-F06F5200ABB9}"/>
          </ac:spMkLst>
        </pc:spChg>
        <pc:picChg chg="del">
          <ac:chgData name="Arafat Hossain" userId="b6f1d17d8f5fd358" providerId="LiveId" clId="{515F9725-0777-4B4A-B4DC-0F1E666A84F1}" dt="2026-01-04T19:19:40.958" v="4620" actId="478"/>
          <ac:picMkLst>
            <pc:docMk/>
            <pc:sldMk cId="297126508" sldId="273"/>
            <ac:picMk id="7" creationId="{BF7FD62B-FB3C-2EC8-2029-D00381ADF447}"/>
          </ac:picMkLst>
        </pc:picChg>
      </pc:sldChg>
      <pc:sldChg chg="del">
        <pc:chgData name="Arafat Hossain" userId="b6f1d17d8f5fd358" providerId="LiveId" clId="{515F9725-0777-4B4A-B4DC-0F1E666A84F1}" dt="2026-01-04T19:20:07.830" v="4624" actId="2696"/>
        <pc:sldMkLst>
          <pc:docMk/>
          <pc:sldMk cId="601337494" sldId="274"/>
        </pc:sldMkLst>
      </pc:sldChg>
      <pc:sldChg chg="addSp delSp modSp mod">
        <pc:chgData name="Arafat Hossain" userId="b6f1d17d8f5fd358" providerId="LiveId" clId="{515F9725-0777-4B4A-B4DC-0F1E666A84F1}" dt="2026-01-04T20:31:32.801" v="7196" actId="1038"/>
        <pc:sldMkLst>
          <pc:docMk/>
          <pc:sldMk cId="3630222014" sldId="275"/>
        </pc:sldMkLst>
        <pc:spChg chg="add mod">
          <ac:chgData name="Arafat Hossain" userId="b6f1d17d8f5fd358" providerId="LiveId" clId="{515F9725-0777-4B4A-B4DC-0F1E666A84F1}" dt="2026-01-04T20:30:55.935" v="7049" actId="1038"/>
          <ac:spMkLst>
            <pc:docMk/>
            <pc:sldMk cId="3630222014" sldId="275"/>
            <ac:spMk id="2" creationId="{73BBE592-AD39-B135-D7D8-8A3CCE53C7ED}"/>
          </ac:spMkLst>
        </pc:spChg>
        <pc:spChg chg="mod">
          <ac:chgData name="Arafat Hossain" userId="b6f1d17d8f5fd358" providerId="LiveId" clId="{515F9725-0777-4B4A-B4DC-0F1E666A84F1}" dt="2026-01-04T19:18:54.871" v="4615" actId="20577"/>
          <ac:spMkLst>
            <pc:docMk/>
            <pc:sldMk cId="3630222014" sldId="275"/>
            <ac:spMk id="5" creationId="{F73101EE-DB5A-9FCD-620E-70247C78D93A}"/>
          </ac:spMkLst>
        </pc:spChg>
        <pc:spChg chg="add mod">
          <ac:chgData name="Arafat Hossain" userId="b6f1d17d8f5fd358" providerId="LiveId" clId="{515F9725-0777-4B4A-B4DC-0F1E666A84F1}" dt="2026-01-04T20:31:32.801" v="7196" actId="1038"/>
          <ac:spMkLst>
            <pc:docMk/>
            <pc:sldMk cId="3630222014" sldId="275"/>
            <ac:spMk id="6" creationId="{43ED5E3A-9B85-3B8A-D0B3-2C91DE4A342A}"/>
          </ac:spMkLst>
        </pc:spChg>
        <pc:spChg chg="del">
          <ac:chgData name="Arafat Hossain" userId="b6f1d17d8f5fd358" providerId="LiveId" clId="{515F9725-0777-4B4A-B4DC-0F1E666A84F1}" dt="2026-01-04T20:26:25.617" v="5305" actId="478"/>
          <ac:spMkLst>
            <pc:docMk/>
            <pc:sldMk cId="3630222014" sldId="275"/>
            <ac:spMk id="7" creationId="{4B4E5D55-F233-4A3A-A6F1-6EEC7961AB06}"/>
          </ac:spMkLst>
        </pc:spChg>
        <pc:spChg chg="mod">
          <ac:chgData name="Arafat Hossain" userId="b6f1d17d8f5fd358" providerId="LiveId" clId="{515F9725-0777-4B4A-B4DC-0F1E666A84F1}" dt="2026-01-04T20:23:46.039" v="5004" actId="20577"/>
          <ac:spMkLst>
            <pc:docMk/>
            <pc:sldMk cId="3630222014" sldId="275"/>
            <ac:spMk id="12" creationId="{7B65AA99-9B48-8792-AB3E-C766AA9EAAAA}"/>
          </ac:spMkLst>
        </pc:spChg>
        <pc:graphicFrameChg chg="del">
          <ac:chgData name="Arafat Hossain" userId="b6f1d17d8f5fd358" providerId="LiveId" clId="{515F9725-0777-4B4A-B4DC-0F1E666A84F1}" dt="2026-01-04T20:26:27.746" v="5306" actId="478"/>
          <ac:graphicFrameMkLst>
            <pc:docMk/>
            <pc:sldMk cId="3630222014" sldId="275"/>
            <ac:graphicFrameMk id="3" creationId="{436E9F1B-0C46-A5F0-764F-47DEB282B1A8}"/>
          </ac:graphicFrameMkLst>
        </pc:graphicFrameChg>
      </pc:sldChg>
      <pc:sldChg chg="addSp delSp modSp mod">
        <pc:chgData name="Arafat Hossain" userId="b6f1d17d8f5fd358" providerId="LiveId" clId="{515F9725-0777-4B4A-B4DC-0F1E666A84F1}" dt="2026-01-04T20:27:39.285" v="5719" actId="1037"/>
        <pc:sldMkLst>
          <pc:docMk/>
          <pc:sldMk cId="2269995590" sldId="276"/>
        </pc:sldMkLst>
        <pc:spChg chg="add mod">
          <ac:chgData name="Arafat Hossain" userId="b6f1d17d8f5fd358" providerId="LiveId" clId="{515F9725-0777-4B4A-B4DC-0F1E666A84F1}" dt="2026-01-04T20:26:57.147" v="5441" actId="1038"/>
          <ac:spMkLst>
            <pc:docMk/>
            <pc:sldMk cId="2269995590" sldId="276"/>
            <ac:spMk id="2" creationId="{9B80FF04-9BDC-4AD2-5B33-AD4072676458}"/>
          </ac:spMkLst>
        </pc:spChg>
        <pc:spChg chg="add mod">
          <ac:chgData name="Arafat Hossain" userId="b6f1d17d8f5fd358" providerId="LiveId" clId="{515F9725-0777-4B4A-B4DC-0F1E666A84F1}" dt="2026-01-04T20:27:39.285" v="5719" actId="1037"/>
          <ac:spMkLst>
            <pc:docMk/>
            <pc:sldMk cId="2269995590" sldId="276"/>
            <ac:spMk id="3" creationId="{9FC36BCE-AC8A-E0C5-A368-05FD294A5BE6}"/>
          </ac:spMkLst>
        </pc:spChg>
        <pc:spChg chg="mod">
          <ac:chgData name="Arafat Hossain" userId="b6f1d17d8f5fd358" providerId="LiveId" clId="{515F9725-0777-4B4A-B4DC-0F1E666A84F1}" dt="2026-01-04T19:15:12.301" v="4419" actId="20577"/>
          <ac:spMkLst>
            <pc:docMk/>
            <pc:sldMk cId="2269995590" sldId="276"/>
            <ac:spMk id="5" creationId="{6FE6DCC7-5F36-7D9F-A5A5-459E814A8BBB}"/>
          </ac:spMkLst>
        </pc:spChg>
        <pc:spChg chg="mod">
          <ac:chgData name="Arafat Hossain" userId="b6f1d17d8f5fd358" providerId="LiveId" clId="{515F9725-0777-4B4A-B4DC-0F1E666A84F1}" dt="2026-01-04T20:17:52.946" v="4983" actId="12"/>
          <ac:spMkLst>
            <pc:docMk/>
            <pc:sldMk cId="2269995590" sldId="276"/>
            <ac:spMk id="12" creationId="{441A79AE-D7AF-81F1-18B7-C7412CBBA30E}"/>
          </ac:spMkLst>
        </pc:spChg>
        <pc:spChg chg="del">
          <ac:chgData name="Arafat Hossain" userId="b6f1d17d8f5fd358" providerId="LiveId" clId="{515F9725-0777-4B4A-B4DC-0F1E666A84F1}" dt="2026-01-04T20:25:07.168" v="5284" actId="478"/>
          <ac:spMkLst>
            <pc:docMk/>
            <pc:sldMk cId="2269995590" sldId="276"/>
            <ac:spMk id="17" creationId="{D4F70F75-E834-A78C-3A6D-854FC2CF0D33}"/>
          </ac:spMkLst>
        </pc:spChg>
        <pc:spChg chg="del">
          <ac:chgData name="Arafat Hossain" userId="b6f1d17d8f5fd358" providerId="LiveId" clId="{515F9725-0777-4B4A-B4DC-0F1E666A84F1}" dt="2026-01-04T20:25:04.070" v="5283" actId="478"/>
          <ac:spMkLst>
            <pc:docMk/>
            <pc:sldMk cId="2269995590" sldId="276"/>
            <ac:spMk id="18" creationId="{48BB4912-A923-F10B-D155-993BB5BE348C}"/>
          </ac:spMkLst>
        </pc:spChg>
        <pc:picChg chg="add mod">
          <ac:chgData name="Arafat Hossain" userId="b6f1d17d8f5fd358" providerId="LiveId" clId="{515F9725-0777-4B4A-B4DC-0F1E666A84F1}" dt="2026-01-04T20:27:39.285" v="5719" actId="1037"/>
          <ac:picMkLst>
            <pc:docMk/>
            <pc:sldMk cId="2269995590" sldId="276"/>
            <ac:picMk id="6" creationId="{EC7366E5-2990-9A20-CFBB-8A1132350AF3}"/>
          </ac:picMkLst>
        </pc:picChg>
      </pc:sldChg>
      <pc:sldChg chg="addSp delSp modSp mod">
        <pc:chgData name="Arafat Hossain" userId="b6f1d17d8f5fd358" providerId="LiveId" clId="{515F9725-0777-4B4A-B4DC-0F1E666A84F1}" dt="2026-01-04T20:30:44.751" v="6985" actId="1037"/>
        <pc:sldMkLst>
          <pc:docMk/>
          <pc:sldMk cId="3117352103" sldId="277"/>
        </pc:sldMkLst>
        <pc:spChg chg="add mod">
          <ac:chgData name="Arafat Hossain" userId="b6f1d17d8f5fd358" providerId="LiveId" clId="{515F9725-0777-4B4A-B4DC-0F1E666A84F1}" dt="2026-01-04T20:22:58.017" v="4999" actId="12"/>
          <ac:spMkLst>
            <pc:docMk/>
            <pc:sldMk cId="3117352103" sldId="277"/>
            <ac:spMk id="2" creationId="{2987FA44-E35C-DD40-BBCD-3061440AB46E}"/>
          </ac:spMkLst>
        </pc:spChg>
        <pc:spChg chg="add mod">
          <ac:chgData name="Arafat Hossain" userId="b6f1d17d8f5fd358" providerId="LiveId" clId="{515F9725-0777-4B4A-B4DC-0F1E666A84F1}" dt="2026-01-04T20:30:10.281" v="6770" actId="1038"/>
          <ac:spMkLst>
            <pc:docMk/>
            <pc:sldMk cId="3117352103" sldId="277"/>
            <ac:spMk id="3" creationId="{DDAF2B57-D320-B190-2C68-0F370ED1DFA2}"/>
          </ac:spMkLst>
        </pc:spChg>
        <pc:spChg chg="mod">
          <ac:chgData name="Arafat Hossain" userId="b6f1d17d8f5fd358" providerId="LiveId" clId="{515F9725-0777-4B4A-B4DC-0F1E666A84F1}" dt="2026-01-04T19:18:22.808" v="4588" actId="20577"/>
          <ac:spMkLst>
            <pc:docMk/>
            <pc:sldMk cId="3117352103" sldId="277"/>
            <ac:spMk id="5" creationId="{C7AEDDC9-2C83-1FE6-0A37-A4AD87912E27}"/>
          </ac:spMkLst>
        </pc:spChg>
        <pc:spChg chg="add mod">
          <ac:chgData name="Arafat Hossain" userId="b6f1d17d8f5fd358" providerId="LiveId" clId="{515F9725-0777-4B4A-B4DC-0F1E666A84F1}" dt="2026-01-04T20:30:44.751" v="6985" actId="1037"/>
          <ac:spMkLst>
            <pc:docMk/>
            <pc:sldMk cId="3117352103" sldId="277"/>
            <ac:spMk id="6" creationId="{4F2B0B24-50CC-1D25-35C1-62976B6B5524}"/>
          </ac:spMkLst>
        </pc:spChg>
        <pc:spChg chg="del">
          <ac:chgData name="Arafat Hossain" userId="b6f1d17d8f5fd358" providerId="LiveId" clId="{515F9725-0777-4B4A-B4DC-0F1E666A84F1}" dt="2026-01-04T20:26:14.307" v="5302" actId="478"/>
          <ac:spMkLst>
            <pc:docMk/>
            <pc:sldMk cId="3117352103" sldId="277"/>
            <ac:spMk id="9" creationId="{9570694C-D65F-2B27-5B24-F76F6D39ABD6}"/>
          </ac:spMkLst>
        </pc:spChg>
        <pc:graphicFrameChg chg="del">
          <ac:chgData name="Arafat Hossain" userId="b6f1d17d8f5fd358" providerId="LiveId" clId="{515F9725-0777-4B4A-B4DC-0F1E666A84F1}" dt="2026-01-04T20:26:11.191" v="5301" actId="478"/>
          <ac:graphicFrameMkLst>
            <pc:docMk/>
            <pc:sldMk cId="3117352103" sldId="277"/>
            <ac:graphicFrameMk id="10" creationId="{DFB2E07A-A26A-2CCC-AEF7-E64B0ED908A4}"/>
          </ac:graphicFrameMkLst>
        </pc:graphicFrameChg>
        <pc:picChg chg="del">
          <ac:chgData name="Arafat Hossain" userId="b6f1d17d8f5fd358" providerId="LiveId" clId="{515F9725-0777-4B4A-B4DC-0F1E666A84F1}" dt="2026-01-04T19:19:29.695" v="4618" actId="478"/>
          <ac:picMkLst>
            <pc:docMk/>
            <pc:sldMk cId="3117352103" sldId="277"/>
            <ac:picMk id="7" creationId="{D73EBFB9-4E83-2AE0-BC5B-17069FD7DC71}"/>
          </ac:picMkLst>
        </pc:picChg>
      </pc:sldChg>
      <pc:sldChg chg="new del">
        <pc:chgData name="Arafat Hossain" userId="b6f1d17d8f5fd358" providerId="LiveId" clId="{515F9725-0777-4B4A-B4DC-0F1E666A84F1}" dt="2026-01-04T19:25:29.308" v="4732" actId="680"/>
        <pc:sldMkLst>
          <pc:docMk/>
          <pc:sldMk cId="1156824341" sldId="278"/>
        </pc:sldMkLst>
      </pc:sldChg>
      <pc:sldChg chg="del">
        <pc:chgData name="Arafat Hossain" userId="b6f1d17d8f5fd358" providerId="LiveId" clId="{515F9725-0777-4B4A-B4DC-0F1E666A84F1}" dt="2026-01-04T19:19:49.720" v="4622" actId="2696"/>
        <pc:sldMkLst>
          <pc:docMk/>
          <pc:sldMk cId="3409037098" sldId="278"/>
        </pc:sldMkLst>
      </pc:sldChg>
      <pc:sldChg chg="del">
        <pc:chgData name="Arafat Hossain" userId="b6f1d17d8f5fd358" providerId="LiveId" clId="{515F9725-0777-4B4A-B4DC-0F1E666A84F1}" dt="2026-01-04T19:19:54.126" v="4623" actId="2696"/>
        <pc:sldMkLst>
          <pc:docMk/>
          <pc:sldMk cId="3385284615" sldId="279"/>
        </pc:sldMkLst>
      </pc:sldChg>
      <pc:sldChg chg="new del">
        <pc:chgData name="Arafat Hossain" userId="b6f1d17d8f5fd358" providerId="LiveId" clId="{515F9725-0777-4B4A-B4DC-0F1E666A84F1}" dt="2026-01-04T19:04:37.461" v="4253" actId="680"/>
        <pc:sldMkLst>
          <pc:docMk/>
          <pc:sldMk cId="4000243158" sldId="28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60D1C-976E-E790-E77E-63BB682087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C9E89D-D121-F0D4-51F9-993B85AB59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019EF1-D5F2-B235-5FFF-6BE578917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83E35-43B1-4DB9-A376-D769362935E3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833C8-1F3F-D450-57E2-307506DEC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BBE833-F71B-5336-36C7-CBF371625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EC415-0954-4667-8CF5-C6B5E7B2A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199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B9EB2-1147-DC6E-6C4E-EE3045B1A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2A985-1BB3-FE97-C7FD-D6A38CFFC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309B2D-BB5F-8CF6-E678-B7DB29BC1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83E35-43B1-4DB9-A376-D769362935E3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CEF423-C517-CEB9-85B3-6A219E159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1E908C-EAC0-CFEC-49AF-C9344DBAA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EC415-0954-4667-8CF5-C6B5E7B2A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827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F41DE-DCC2-298E-451D-DA1A2FDF7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B8C302-6E61-D9C3-6784-8697175DD7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325A8-7DB7-868C-16EA-7D4F3C576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83E35-43B1-4DB9-A376-D769362935E3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EDD1DC-7407-6C41-F387-FC1B4A718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EBFBB-281B-5061-B9AD-7AB69D318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EC415-0954-4667-8CF5-C6B5E7B2A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033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7AC77-C5F8-4A7F-E244-B719464A7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E83AA-6E6C-8F29-C7C2-BDEDC24404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3F13A1-3CD4-BEE6-1E7E-AA22D8FCFF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0DCF24-DC82-512D-E7F7-66A42A215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83E35-43B1-4DB9-A376-D769362935E3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75A7C8-249C-ADC8-DFB7-5240C9BA6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372556-205F-3A82-AC93-E657E6942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EC415-0954-4667-8CF5-C6B5E7B2A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525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A0E0C-6F0C-BE22-5BB5-F0359105D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479557-B63A-E3A2-2B71-6E83AEEE43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4C3E58-14B1-DB97-F22C-89D5DFA360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0590C3-DA4F-B8E3-A541-954ABD9CBE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0B499D-35E2-3E0C-16C3-112D7322B9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699E8E-9A23-A91F-60AE-4C6A18C9F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83E35-43B1-4DB9-A376-D769362935E3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4E89B5-B43F-5B94-4112-163A214A3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003A94-CB67-A457-294A-34F338F08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EC415-0954-4667-8CF5-C6B5E7B2A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214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E66EC-3B3A-9EB1-B7F1-76D994913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4A3327-D591-05B6-0C9E-187AEA97B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83E35-43B1-4DB9-A376-D769362935E3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9FBFAD-8723-3F46-F885-4414F405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65F285-92CC-57D9-4EA4-C8CD4458A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EC415-0954-4667-8CF5-C6B5E7B2A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120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965D84-449E-C750-1414-E485E5144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83E35-43B1-4DB9-A376-D769362935E3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81C997-223D-406A-C91A-0B9157170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F41BDC-23B8-5744-CF70-F00BD8FCF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EC415-0954-4667-8CF5-C6B5E7B2A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077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C5EDF-D222-343D-63C8-7A558858C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8D710-16BA-B1F5-589B-695A4E768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425F32-E8A1-E0FB-5290-D8DA386C18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15F9EC-F1E2-19E8-5F3E-BD346802A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83E35-43B1-4DB9-A376-D769362935E3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55EFEC-10CB-6A13-08B3-33C4E48F3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0851C8-E43D-4D53-0580-5DE73BD5A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EC415-0954-4667-8CF5-C6B5E7B2A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901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B503D-9E3B-9541-5BEA-7AB3E73E7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EF438A-900B-9239-71B1-D6A4CB9BD1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C8AF6B-CED2-0169-FFA1-AE2E020C6E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67BBC9-FE68-8B36-1ADB-B8BB53D05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83E35-43B1-4DB9-A376-D769362935E3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1D00F4-BBBE-D4E2-8301-33B20AABA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02CF14-5F5E-A67D-1B31-CDE630D8A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EC415-0954-4667-8CF5-C6B5E7B2A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279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73D3A-F527-BA5D-EEB4-D4C267A24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D5A338-36A0-330D-BFD4-581F8174CC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538E94-58B6-3D41-629A-62B4D43C2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83E35-43B1-4DB9-A376-D769362935E3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7D0AA-080E-4AB0-B26A-F087FB15F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F8865-197E-E3B1-F98D-44A25BAAA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EC415-0954-4667-8CF5-C6B5E7B2A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773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281857-A631-E698-580C-C98C8BE9B8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BD8631-177F-915B-534B-4AF542C0C8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F8038-0F26-BC6B-ED55-DC6FDE5EF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83E35-43B1-4DB9-A376-D769362935E3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B9E787-C1D8-9460-AAA4-6CA9A5983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F18187-C90F-257E-00EF-D2706443C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EC415-0954-4667-8CF5-C6B5E7B2A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993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C68A45-ED65-5DE5-14B6-624EA5D63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55BED1-AEDF-750D-5E39-AE5E5B9B00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8FFD2-6132-A7EE-D3D1-E33E9E9ED7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883E35-43B1-4DB9-A376-D769362935E3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D6BAFD-7783-D81E-B373-9D689EECAA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265C2D-C15C-4F03-E3BD-8A48537818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6EC415-0954-4667-8CF5-C6B5E7B2A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482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34049"/>
            </a:gs>
            <a:gs pos="52000">
              <a:srgbClr val="3F4F5A"/>
            </a:gs>
            <a:gs pos="100000">
              <a:srgbClr val="495C69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12AF5A87-17C2-DEA1-9366-0A33BBD65FAA}"/>
              </a:ext>
            </a:extLst>
          </p:cNvPr>
          <p:cNvSpPr/>
          <p:nvPr/>
        </p:nvSpPr>
        <p:spPr>
          <a:xfrm rot="10800000">
            <a:off x="5760699" y="0"/>
            <a:ext cx="6029181" cy="2862780"/>
          </a:xfrm>
          <a:prstGeom prst="triangle">
            <a:avLst/>
          </a:prstGeom>
          <a:solidFill>
            <a:schemeClr val="l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485B7429-3636-81B2-1709-AED7258EE7DB}"/>
              </a:ext>
            </a:extLst>
          </p:cNvPr>
          <p:cNvSpPr/>
          <p:nvPr/>
        </p:nvSpPr>
        <p:spPr>
          <a:xfrm>
            <a:off x="5760699" y="3995219"/>
            <a:ext cx="6029181" cy="2862780"/>
          </a:xfrm>
          <a:prstGeom prst="triangle">
            <a:avLst/>
          </a:prstGeom>
          <a:solidFill>
            <a:schemeClr val="l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3362A8B9-7563-D715-2628-8BEFB4C5BAAF}"/>
              </a:ext>
            </a:extLst>
          </p:cNvPr>
          <p:cNvSpPr/>
          <p:nvPr/>
        </p:nvSpPr>
        <p:spPr>
          <a:xfrm rot="16200000">
            <a:off x="8099149" y="2022813"/>
            <a:ext cx="5373330" cy="2812373"/>
          </a:xfrm>
          <a:prstGeom prst="triangle">
            <a:avLst/>
          </a:prstGeom>
          <a:solidFill>
            <a:schemeClr val="lt1">
              <a:alpha val="40000"/>
            </a:schemeClr>
          </a:solidFill>
          <a:ln>
            <a:noFill/>
          </a:ln>
          <a:effectLst>
            <a:outerShdw blurRad="50800" dist="50800" dir="5400000" sx="2000" sy="2000" algn="ctr" rotWithShape="0">
              <a:srgbClr val="000000">
                <a:alpha val="0"/>
              </a:srgb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159137A-222E-0B55-22AA-17A5AE7E67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966" y="436579"/>
            <a:ext cx="886811" cy="886811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B49F9D05-8F2B-AEA8-DAF1-5371A3A6C593}"/>
              </a:ext>
            </a:extLst>
          </p:cNvPr>
          <p:cNvSpPr txBox="1"/>
          <p:nvPr/>
        </p:nvSpPr>
        <p:spPr>
          <a:xfrm>
            <a:off x="1180777" y="403121"/>
            <a:ext cx="44431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Montserrat" pitchFamily="2" charset="0"/>
              </a:rPr>
              <a:t>AMERICAN INTERNATIONAL </a:t>
            </a:r>
          </a:p>
          <a:p>
            <a:r>
              <a:rPr lang="en-US" sz="2000" b="1" dirty="0">
                <a:solidFill>
                  <a:schemeClr val="bg1"/>
                </a:solidFill>
                <a:latin typeface="Montserrat" pitchFamily="2" charset="0"/>
              </a:rPr>
              <a:t>UNIVERSITY-BANGLADESH</a:t>
            </a:r>
          </a:p>
          <a:p>
            <a:r>
              <a:rPr lang="en-US" sz="1600" b="0" i="0" dirty="0">
                <a:solidFill>
                  <a:schemeClr val="bg1">
                    <a:lumMod val="75000"/>
                  </a:schemeClr>
                </a:solidFill>
                <a:effectLst/>
                <a:latin typeface="Google Sans"/>
              </a:rPr>
              <a:t>408/1, Kuratoli, Khilkhet, Dhaka 1229</a:t>
            </a:r>
            <a:endParaRPr lang="en-US" sz="1600" b="1" dirty="0">
              <a:solidFill>
                <a:schemeClr val="bg1">
                  <a:lumMod val="75000"/>
                </a:schemeClr>
              </a:solidFill>
              <a:latin typeface="Montserrat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4C0395A-F7B3-458F-B51F-38B97308310A}"/>
              </a:ext>
            </a:extLst>
          </p:cNvPr>
          <p:cNvSpPr txBox="1"/>
          <p:nvPr/>
        </p:nvSpPr>
        <p:spPr>
          <a:xfrm>
            <a:off x="402119" y="2625654"/>
            <a:ext cx="814311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AA12B"/>
                </a:solidFill>
                <a:latin typeface="Montserrat" pitchFamily="2" charset="0"/>
              </a:rPr>
              <a:t>Sequential Training of GANs Against GAN-Classifiers Reveals Correlated Knowledge Gaps </a:t>
            </a:r>
          </a:p>
          <a:p>
            <a:r>
              <a:rPr lang="en-US" sz="1400" b="1" dirty="0">
                <a:solidFill>
                  <a:schemeClr val="bg1"/>
                </a:solidFill>
                <a:latin typeface="Montserrat" pitchFamily="2" charset="0"/>
              </a:rPr>
              <a:t>ARKANATH PATHAK, NICHOLAS DUFOUR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9319B94-C895-55E3-6E9C-A2D17F21469B}"/>
              </a:ext>
            </a:extLst>
          </p:cNvPr>
          <p:cNvSpPr txBox="1"/>
          <p:nvPr/>
        </p:nvSpPr>
        <p:spPr>
          <a:xfrm>
            <a:off x="402119" y="5512119"/>
            <a:ext cx="49564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Montserrat" pitchFamily="2" charset="0"/>
              </a:rPr>
              <a:t>COMPUTER VISION AND PATTERN RECOGNITION</a:t>
            </a:r>
          </a:p>
          <a:p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Montserrat" pitchFamily="2" charset="0"/>
              </a:rPr>
              <a:t>FALL 2025-2026, SECTION: B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E6AD062-382D-297F-86A7-B7ED6B47AECB}"/>
              </a:ext>
            </a:extLst>
          </p:cNvPr>
          <p:cNvSpPr/>
          <p:nvPr/>
        </p:nvSpPr>
        <p:spPr>
          <a:xfrm>
            <a:off x="481780" y="-1002895"/>
            <a:ext cx="275304" cy="919317"/>
          </a:xfrm>
          <a:prstGeom prst="roundRect">
            <a:avLst>
              <a:gd name="adj" fmla="val 33908"/>
            </a:avLst>
          </a:prstGeom>
          <a:solidFill>
            <a:srgbClr val="FAA1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1A3D906-E12A-4A54-E03A-2E8E36102C5B}"/>
              </a:ext>
            </a:extLst>
          </p:cNvPr>
          <p:cNvSpPr txBox="1"/>
          <p:nvPr/>
        </p:nvSpPr>
        <p:spPr>
          <a:xfrm>
            <a:off x="800814" y="-866403"/>
            <a:ext cx="58796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AGENDA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471FF53-57E9-49F1-C718-7B014679C577}"/>
              </a:ext>
            </a:extLst>
          </p:cNvPr>
          <p:cNvGrpSpPr/>
          <p:nvPr/>
        </p:nvGrpSpPr>
        <p:grpSpPr>
          <a:xfrm flipH="1">
            <a:off x="-7196816" y="-1"/>
            <a:ext cx="6833420" cy="6858001"/>
            <a:chOff x="5358580" y="-1"/>
            <a:chExt cx="6833420" cy="6858001"/>
          </a:xfrm>
          <a:solidFill>
            <a:schemeClr val="bg1">
              <a:lumMod val="95000"/>
              <a:alpha val="1000"/>
            </a:schemeClr>
          </a:solidFill>
        </p:grpSpPr>
        <p:sp>
          <p:nvSpPr>
            <p:cNvPr id="3" name="Isosceles Triangle 2">
              <a:extLst>
                <a:ext uri="{FF2B5EF4-FFF2-40B4-BE49-F238E27FC236}">
                  <a16:creationId xmlns:a16="http://schemas.microsoft.com/office/drawing/2014/main" id="{6FA26BB4-A480-AE39-07C5-11E525884D64}"/>
                </a:ext>
              </a:extLst>
            </p:cNvPr>
            <p:cNvSpPr/>
            <p:nvPr/>
          </p:nvSpPr>
          <p:spPr>
            <a:xfrm rot="16200000">
              <a:off x="7470056" y="1806675"/>
              <a:ext cx="6199239" cy="324464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Isosceles Triangle 3">
              <a:extLst>
                <a:ext uri="{FF2B5EF4-FFF2-40B4-BE49-F238E27FC236}">
                  <a16:creationId xmlns:a16="http://schemas.microsoft.com/office/drawing/2014/main" id="{1BC56B7C-A2F0-9976-90B6-FE39E9F55AE0}"/>
                </a:ext>
              </a:extLst>
            </p:cNvPr>
            <p:cNvSpPr/>
            <p:nvPr/>
          </p:nvSpPr>
          <p:spPr>
            <a:xfrm>
              <a:off x="5358580" y="3613351"/>
              <a:ext cx="6833420" cy="324464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Isosceles Triangle 4">
              <a:extLst>
                <a:ext uri="{FF2B5EF4-FFF2-40B4-BE49-F238E27FC236}">
                  <a16:creationId xmlns:a16="http://schemas.microsoft.com/office/drawing/2014/main" id="{CE86F155-8B22-BD87-21A6-0351537F0753}"/>
                </a:ext>
              </a:extLst>
            </p:cNvPr>
            <p:cNvSpPr/>
            <p:nvPr/>
          </p:nvSpPr>
          <p:spPr>
            <a:xfrm rot="10800000">
              <a:off x="5358580" y="-1"/>
              <a:ext cx="6833420" cy="324464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8CE5B089-F903-B28D-DD19-CD45F50E4C41}"/>
              </a:ext>
            </a:extLst>
          </p:cNvPr>
          <p:cNvSpPr/>
          <p:nvPr/>
        </p:nvSpPr>
        <p:spPr>
          <a:xfrm rot="10800000" flipH="1">
            <a:off x="-6794696" y="0"/>
            <a:ext cx="6029181" cy="2862780"/>
          </a:xfrm>
          <a:prstGeom prst="triangle">
            <a:avLst/>
          </a:prstGeom>
          <a:solidFill>
            <a:schemeClr val="l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63E453EE-DF3A-CFB7-2887-861044024ADA}"/>
              </a:ext>
            </a:extLst>
          </p:cNvPr>
          <p:cNvSpPr/>
          <p:nvPr/>
        </p:nvSpPr>
        <p:spPr>
          <a:xfrm flipH="1">
            <a:off x="-6794696" y="3995219"/>
            <a:ext cx="6029181" cy="2862780"/>
          </a:xfrm>
          <a:prstGeom prst="triangle">
            <a:avLst/>
          </a:prstGeom>
          <a:solidFill>
            <a:schemeClr val="l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470AB0DA-04EE-27DA-4290-198AFE141187}"/>
              </a:ext>
            </a:extLst>
          </p:cNvPr>
          <p:cNvSpPr/>
          <p:nvPr/>
        </p:nvSpPr>
        <p:spPr>
          <a:xfrm rot="5400000" flipH="1">
            <a:off x="-8477295" y="2022813"/>
            <a:ext cx="5373330" cy="2812373"/>
          </a:xfrm>
          <a:prstGeom prst="triangle">
            <a:avLst/>
          </a:prstGeom>
          <a:solidFill>
            <a:schemeClr val="lt1">
              <a:alpha val="1000"/>
            </a:schemeClr>
          </a:solidFill>
          <a:ln>
            <a:noFill/>
          </a:ln>
          <a:effectLst>
            <a:outerShdw blurRad="50800" dist="50800" dir="5400000" sx="2000" sy="2000" algn="ctr" rotWithShape="0">
              <a:srgbClr val="000000">
                <a:alpha val="0"/>
              </a:srgb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14777ABA-2BBE-FC47-A316-DE217595909C}"/>
              </a:ext>
            </a:extLst>
          </p:cNvPr>
          <p:cNvSpPr/>
          <p:nvPr/>
        </p:nvSpPr>
        <p:spPr>
          <a:xfrm>
            <a:off x="-6678886" y="2090096"/>
            <a:ext cx="5536285" cy="433522"/>
          </a:xfrm>
          <a:prstGeom prst="roundRect">
            <a:avLst>
              <a:gd name="adj" fmla="val 36878"/>
            </a:avLst>
          </a:prstGeom>
          <a:solidFill>
            <a:srgbClr val="3CB3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MOTIVATION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C23A34F4-14E5-5227-0CED-8591646505B7}"/>
              </a:ext>
            </a:extLst>
          </p:cNvPr>
          <p:cNvSpPr/>
          <p:nvPr/>
        </p:nvSpPr>
        <p:spPr>
          <a:xfrm>
            <a:off x="-6682083" y="2678785"/>
            <a:ext cx="5536285" cy="433522"/>
          </a:xfrm>
          <a:prstGeom prst="roundRect">
            <a:avLst>
              <a:gd name="adj" fmla="val 36878"/>
            </a:avLst>
          </a:prstGeom>
          <a:solidFill>
            <a:srgbClr val="3CB3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METHOD OVERVIEW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37B52134-D972-9BEB-F67B-A7F0900E11A4}"/>
              </a:ext>
            </a:extLst>
          </p:cNvPr>
          <p:cNvSpPr/>
          <p:nvPr/>
        </p:nvSpPr>
        <p:spPr>
          <a:xfrm>
            <a:off x="-6682083" y="3267474"/>
            <a:ext cx="5536285" cy="433522"/>
          </a:xfrm>
          <a:prstGeom prst="roundRect">
            <a:avLst>
              <a:gd name="adj" fmla="val 36878"/>
            </a:avLst>
          </a:prstGeom>
          <a:solidFill>
            <a:srgbClr val="3CB3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KEY RESULTS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CE238AD5-0B69-D745-FEC5-F583B7E7435E}"/>
              </a:ext>
            </a:extLst>
          </p:cNvPr>
          <p:cNvSpPr/>
          <p:nvPr/>
        </p:nvSpPr>
        <p:spPr>
          <a:xfrm>
            <a:off x="-6682083" y="3856163"/>
            <a:ext cx="5536285" cy="433522"/>
          </a:xfrm>
          <a:prstGeom prst="roundRect">
            <a:avLst>
              <a:gd name="adj" fmla="val 36878"/>
            </a:avLst>
          </a:prstGeom>
          <a:solidFill>
            <a:srgbClr val="3CB3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RELATED WORK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4F5BBD9B-BC8D-BD0F-F9BD-1CA0CDA9360C}"/>
              </a:ext>
            </a:extLst>
          </p:cNvPr>
          <p:cNvSpPr/>
          <p:nvPr/>
        </p:nvSpPr>
        <p:spPr>
          <a:xfrm>
            <a:off x="-6682083" y="4441360"/>
            <a:ext cx="5536285" cy="433522"/>
          </a:xfrm>
          <a:prstGeom prst="roundRect">
            <a:avLst>
              <a:gd name="adj" fmla="val 36878"/>
            </a:avLst>
          </a:prstGeom>
          <a:solidFill>
            <a:srgbClr val="3CB3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RESEARCH GAP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CF715333-3B9C-FC49-ECD6-095EC620852D}"/>
              </a:ext>
            </a:extLst>
          </p:cNvPr>
          <p:cNvSpPr/>
          <p:nvPr/>
        </p:nvSpPr>
        <p:spPr>
          <a:xfrm>
            <a:off x="-6682083" y="5026557"/>
            <a:ext cx="5536285" cy="433522"/>
          </a:xfrm>
          <a:prstGeom prst="roundRect">
            <a:avLst>
              <a:gd name="adj" fmla="val 36878"/>
            </a:avLst>
          </a:prstGeom>
          <a:solidFill>
            <a:srgbClr val="3CB3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PROPOSED HYPOTHESIS SOLUTION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79D1ACDF-6791-114F-38C8-C2D114FE3536}"/>
              </a:ext>
            </a:extLst>
          </p:cNvPr>
          <p:cNvSpPr/>
          <p:nvPr/>
        </p:nvSpPr>
        <p:spPr>
          <a:xfrm>
            <a:off x="-6682083" y="5611754"/>
            <a:ext cx="5536285" cy="433522"/>
          </a:xfrm>
          <a:prstGeom prst="roundRect">
            <a:avLst>
              <a:gd name="adj" fmla="val 36878"/>
            </a:avLst>
          </a:prstGeom>
          <a:solidFill>
            <a:srgbClr val="3CB3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CONCLUSION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8D2CF112-A54C-4428-A564-348C7E3C622B}"/>
              </a:ext>
            </a:extLst>
          </p:cNvPr>
          <p:cNvSpPr/>
          <p:nvPr/>
        </p:nvSpPr>
        <p:spPr>
          <a:xfrm>
            <a:off x="-6678886" y="1501407"/>
            <a:ext cx="5536285" cy="433522"/>
          </a:xfrm>
          <a:prstGeom prst="roundRect">
            <a:avLst>
              <a:gd name="adj" fmla="val 36878"/>
            </a:avLst>
          </a:prstGeom>
          <a:solidFill>
            <a:srgbClr val="3CB3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WHAT THE PAPER IS ABOUT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C6E48AB-1606-277B-D24A-0E5B063AFDBC}"/>
              </a:ext>
            </a:extLst>
          </p:cNvPr>
          <p:cNvSpPr txBox="1"/>
          <p:nvPr/>
        </p:nvSpPr>
        <p:spPr>
          <a:xfrm>
            <a:off x="402119" y="4903389"/>
            <a:ext cx="39666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Montserrat" pitchFamily="2" charset="0"/>
              </a:rPr>
              <a:t>PRESENTER: ARAFAT HOSSAIN</a:t>
            </a:r>
          </a:p>
          <a:p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Montserrat" pitchFamily="2" charset="0"/>
              </a:rPr>
              <a:t>ID: 23-50277-1</a:t>
            </a:r>
          </a:p>
        </p:txBody>
      </p:sp>
    </p:spTree>
    <p:extLst>
      <p:ext uri="{BB962C8B-B14F-4D97-AF65-F5344CB8AC3E}">
        <p14:creationId xmlns:p14="http://schemas.microsoft.com/office/powerpoint/2010/main" val="27426164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34049"/>
            </a:gs>
            <a:gs pos="52000">
              <a:srgbClr val="3F4F5A"/>
            </a:gs>
            <a:gs pos="100000">
              <a:srgbClr val="495C69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3B9866-2D23-8768-F344-AED9D6B63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B5A6A062-D1DB-9D8E-3BFE-91DBE0F3A3D8}"/>
              </a:ext>
            </a:extLst>
          </p:cNvPr>
          <p:cNvGrpSpPr/>
          <p:nvPr/>
        </p:nvGrpSpPr>
        <p:grpSpPr>
          <a:xfrm flipH="1">
            <a:off x="-353976" y="-1"/>
            <a:ext cx="6833420" cy="6858001"/>
            <a:chOff x="5358580" y="-1"/>
            <a:chExt cx="6833420" cy="6858001"/>
          </a:xfrm>
          <a:solidFill>
            <a:schemeClr val="bg1">
              <a:lumMod val="95000"/>
              <a:alpha val="1000"/>
            </a:schemeClr>
          </a:solidFill>
        </p:grpSpPr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81556D07-D168-8748-3993-1F102B3C8833}"/>
                </a:ext>
              </a:extLst>
            </p:cNvPr>
            <p:cNvSpPr/>
            <p:nvPr/>
          </p:nvSpPr>
          <p:spPr>
            <a:xfrm rot="16200000">
              <a:off x="7470056" y="1806675"/>
              <a:ext cx="6199239" cy="324464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38EA8190-5024-5399-0E07-539892F377B6}"/>
                </a:ext>
              </a:extLst>
            </p:cNvPr>
            <p:cNvSpPr/>
            <p:nvPr/>
          </p:nvSpPr>
          <p:spPr>
            <a:xfrm>
              <a:off x="5358580" y="3613351"/>
              <a:ext cx="6833420" cy="324464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B5D3F7D8-5C80-28EA-424E-7DB5025DAECC}"/>
                </a:ext>
              </a:extLst>
            </p:cNvPr>
            <p:cNvSpPr/>
            <p:nvPr/>
          </p:nvSpPr>
          <p:spPr>
            <a:xfrm rot="10800000">
              <a:off x="5358580" y="-1"/>
              <a:ext cx="6833420" cy="324464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1F9807DF-DF91-B8DD-3D9A-8DA6D139865C}"/>
              </a:ext>
            </a:extLst>
          </p:cNvPr>
          <p:cNvSpPr/>
          <p:nvPr/>
        </p:nvSpPr>
        <p:spPr>
          <a:xfrm rot="10800000" flipH="1">
            <a:off x="48144" y="0"/>
            <a:ext cx="6029181" cy="2862780"/>
          </a:xfrm>
          <a:prstGeom prst="triangle">
            <a:avLst/>
          </a:prstGeom>
          <a:solidFill>
            <a:schemeClr val="l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580FD8EC-41B4-3D54-B0B4-8EFEF81BF8E5}"/>
              </a:ext>
            </a:extLst>
          </p:cNvPr>
          <p:cNvSpPr/>
          <p:nvPr/>
        </p:nvSpPr>
        <p:spPr>
          <a:xfrm flipH="1">
            <a:off x="13327" y="3995219"/>
            <a:ext cx="6029181" cy="2862780"/>
          </a:xfrm>
          <a:prstGeom prst="triangle">
            <a:avLst/>
          </a:prstGeom>
          <a:solidFill>
            <a:schemeClr val="l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4F31A628-2DA7-68B4-C10B-7CDFCAB34A48}"/>
              </a:ext>
            </a:extLst>
          </p:cNvPr>
          <p:cNvSpPr/>
          <p:nvPr/>
        </p:nvSpPr>
        <p:spPr>
          <a:xfrm rot="5400000" flipH="1">
            <a:off x="-1634455" y="2022813"/>
            <a:ext cx="5373330" cy="2812373"/>
          </a:xfrm>
          <a:prstGeom prst="triangle">
            <a:avLst/>
          </a:prstGeom>
          <a:solidFill>
            <a:schemeClr val="lt1">
              <a:alpha val="1000"/>
            </a:schemeClr>
          </a:solidFill>
          <a:ln>
            <a:noFill/>
          </a:ln>
          <a:effectLst>
            <a:outerShdw blurRad="50800" dist="50800" dir="5400000" sx="2000" sy="2000" algn="ctr" rotWithShape="0">
              <a:srgbClr val="000000">
                <a:alpha val="0"/>
              </a:srgb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FFB64F3-E0C7-C144-81C7-46ED0EB86594}"/>
              </a:ext>
            </a:extLst>
          </p:cNvPr>
          <p:cNvSpPr/>
          <p:nvPr/>
        </p:nvSpPr>
        <p:spPr>
          <a:xfrm>
            <a:off x="481780" y="412953"/>
            <a:ext cx="275304" cy="919317"/>
          </a:xfrm>
          <a:prstGeom prst="roundRect">
            <a:avLst>
              <a:gd name="adj" fmla="val 33908"/>
            </a:avLst>
          </a:prstGeom>
          <a:solidFill>
            <a:srgbClr val="FAA1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578BA9-818F-6243-2D8D-0B7DB9920366}"/>
              </a:ext>
            </a:extLst>
          </p:cNvPr>
          <p:cNvSpPr txBox="1"/>
          <p:nvPr/>
        </p:nvSpPr>
        <p:spPr>
          <a:xfrm>
            <a:off x="800814" y="549445"/>
            <a:ext cx="58796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820BD233-D426-19ED-BA9F-CF4B0A5CD106}"/>
              </a:ext>
            </a:extLst>
          </p:cNvPr>
          <p:cNvSpPr/>
          <p:nvPr/>
        </p:nvSpPr>
        <p:spPr>
          <a:xfrm rot="10800000">
            <a:off x="12955344" y="0"/>
            <a:ext cx="6029181" cy="2862780"/>
          </a:xfrm>
          <a:prstGeom prst="triangle">
            <a:avLst/>
          </a:prstGeom>
          <a:solidFill>
            <a:schemeClr val="l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6CAC3D58-EEE4-2158-9EB0-194C8F4D0F7A}"/>
              </a:ext>
            </a:extLst>
          </p:cNvPr>
          <p:cNvSpPr/>
          <p:nvPr/>
        </p:nvSpPr>
        <p:spPr>
          <a:xfrm>
            <a:off x="12955344" y="3995219"/>
            <a:ext cx="6029181" cy="2862780"/>
          </a:xfrm>
          <a:prstGeom prst="triangle">
            <a:avLst/>
          </a:prstGeom>
          <a:solidFill>
            <a:schemeClr val="l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01459E82-F905-A9EB-4D47-022BA1BA5509}"/>
              </a:ext>
            </a:extLst>
          </p:cNvPr>
          <p:cNvSpPr/>
          <p:nvPr/>
        </p:nvSpPr>
        <p:spPr>
          <a:xfrm rot="16200000">
            <a:off x="15293794" y="2022813"/>
            <a:ext cx="5373330" cy="2812373"/>
          </a:xfrm>
          <a:prstGeom prst="triangle">
            <a:avLst/>
          </a:prstGeom>
          <a:solidFill>
            <a:schemeClr val="lt1">
              <a:alpha val="40000"/>
            </a:schemeClr>
          </a:solidFill>
          <a:ln>
            <a:noFill/>
          </a:ln>
          <a:effectLst>
            <a:outerShdw blurRad="50800" dist="50800" dir="5400000" sx="2000" sy="2000" algn="ctr" rotWithShape="0">
              <a:srgbClr val="000000">
                <a:alpha val="0"/>
              </a:srgb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C08FEBC-CB08-8B6F-674A-E038EB96DAF3}"/>
              </a:ext>
            </a:extLst>
          </p:cNvPr>
          <p:cNvSpPr/>
          <p:nvPr/>
        </p:nvSpPr>
        <p:spPr>
          <a:xfrm>
            <a:off x="4994297" y="2090096"/>
            <a:ext cx="5536285" cy="433522"/>
          </a:xfrm>
          <a:prstGeom prst="roundRect">
            <a:avLst>
              <a:gd name="adj" fmla="val 36878"/>
            </a:avLst>
          </a:prstGeom>
          <a:solidFill>
            <a:srgbClr val="3CB3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MOTIVATION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6861684-F3CB-3A0E-DDA6-B5AAC16C417F}"/>
              </a:ext>
            </a:extLst>
          </p:cNvPr>
          <p:cNvSpPr/>
          <p:nvPr/>
        </p:nvSpPr>
        <p:spPr>
          <a:xfrm>
            <a:off x="4991100" y="2678785"/>
            <a:ext cx="5536285" cy="433522"/>
          </a:xfrm>
          <a:prstGeom prst="roundRect">
            <a:avLst>
              <a:gd name="adj" fmla="val 36878"/>
            </a:avLst>
          </a:prstGeom>
          <a:solidFill>
            <a:srgbClr val="3CB3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METHOD OVERVIEW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586EDF3-C404-9DE9-F505-6EAA8945A51C}"/>
              </a:ext>
            </a:extLst>
          </p:cNvPr>
          <p:cNvSpPr/>
          <p:nvPr/>
        </p:nvSpPr>
        <p:spPr>
          <a:xfrm>
            <a:off x="4991100" y="3267474"/>
            <a:ext cx="5536285" cy="433522"/>
          </a:xfrm>
          <a:prstGeom prst="roundRect">
            <a:avLst>
              <a:gd name="adj" fmla="val 36878"/>
            </a:avLst>
          </a:prstGeom>
          <a:solidFill>
            <a:srgbClr val="3CB3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KEY RESULTS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7EE55FB-F9BC-67C4-BF42-EB720009D30F}"/>
              </a:ext>
            </a:extLst>
          </p:cNvPr>
          <p:cNvSpPr/>
          <p:nvPr/>
        </p:nvSpPr>
        <p:spPr>
          <a:xfrm>
            <a:off x="4991100" y="3856163"/>
            <a:ext cx="5536285" cy="433522"/>
          </a:xfrm>
          <a:prstGeom prst="roundRect">
            <a:avLst>
              <a:gd name="adj" fmla="val 36878"/>
            </a:avLst>
          </a:prstGeom>
          <a:solidFill>
            <a:srgbClr val="3CB3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RELATED WORK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8472248-DA3F-35B3-85F0-7E09B363D4E5}"/>
              </a:ext>
            </a:extLst>
          </p:cNvPr>
          <p:cNvSpPr/>
          <p:nvPr/>
        </p:nvSpPr>
        <p:spPr>
          <a:xfrm>
            <a:off x="4991100" y="4441360"/>
            <a:ext cx="5536285" cy="433522"/>
          </a:xfrm>
          <a:prstGeom prst="roundRect">
            <a:avLst>
              <a:gd name="adj" fmla="val 36878"/>
            </a:avLst>
          </a:prstGeom>
          <a:solidFill>
            <a:srgbClr val="3CB3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RESEARCH GAP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47590B7-98F9-26D3-78B2-F4B95385A39F}"/>
              </a:ext>
            </a:extLst>
          </p:cNvPr>
          <p:cNvSpPr/>
          <p:nvPr/>
        </p:nvSpPr>
        <p:spPr>
          <a:xfrm>
            <a:off x="4991100" y="5026557"/>
            <a:ext cx="5536285" cy="433522"/>
          </a:xfrm>
          <a:prstGeom prst="roundRect">
            <a:avLst>
              <a:gd name="adj" fmla="val 36878"/>
            </a:avLst>
          </a:prstGeom>
          <a:solidFill>
            <a:srgbClr val="3CB3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PROPOSED HYPOTHESIS SOLUTION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5C0261A-B565-F2B0-1BF1-233CB6DAA40D}"/>
              </a:ext>
            </a:extLst>
          </p:cNvPr>
          <p:cNvSpPr/>
          <p:nvPr/>
        </p:nvSpPr>
        <p:spPr>
          <a:xfrm>
            <a:off x="4991100" y="5611754"/>
            <a:ext cx="5536285" cy="433522"/>
          </a:xfrm>
          <a:prstGeom prst="roundRect">
            <a:avLst>
              <a:gd name="adj" fmla="val 36878"/>
            </a:avLst>
          </a:prstGeom>
          <a:solidFill>
            <a:srgbClr val="3CB3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CONCLUSION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E1FA0CA-B96C-F8FC-C2FE-F0ADC1805BF0}"/>
              </a:ext>
            </a:extLst>
          </p:cNvPr>
          <p:cNvSpPr/>
          <p:nvPr/>
        </p:nvSpPr>
        <p:spPr>
          <a:xfrm>
            <a:off x="4994297" y="1501407"/>
            <a:ext cx="5536285" cy="433522"/>
          </a:xfrm>
          <a:prstGeom prst="roundRect">
            <a:avLst>
              <a:gd name="adj" fmla="val 36878"/>
            </a:avLst>
          </a:prstGeom>
          <a:solidFill>
            <a:srgbClr val="3CB3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WHAT THE PAPER IS ABOUT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CD32CA9-4C19-0729-0951-309FA9BDFC48}"/>
              </a:ext>
            </a:extLst>
          </p:cNvPr>
          <p:cNvSpPr txBox="1"/>
          <p:nvPr/>
        </p:nvSpPr>
        <p:spPr>
          <a:xfrm>
            <a:off x="-11300509" y="1706200"/>
            <a:ext cx="10632623" cy="3709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D3D3D3"/>
                </a:solidFill>
              </a:rPr>
              <a:t>Detection of GAN-generated images using classifiers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4DD0E1"/>
                </a:solidFill>
              </a:rPr>
              <a:t>Existence of consistent artifacts in GAN outputs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66FFCC"/>
                </a:solidFill>
              </a:rPr>
              <a:t>Artifacts are shared across independently trained GANs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64B5F6"/>
                </a:solidFill>
              </a:rPr>
              <a:t>Study interaction between GANs and external GAN-classifiers</a:t>
            </a:r>
          </a:p>
        </p:txBody>
      </p:sp>
    </p:spTree>
    <p:extLst>
      <p:ext uri="{BB962C8B-B14F-4D97-AF65-F5344CB8AC3E}">
        <p14:creationId xmlns:p14="http://schemas.microsoft.com/office/powerpoint/2010/main" val="17264130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34049"/>
            </a:gs>
            <a:gs pos="52000">
              <a:srgbClr val="3F4F5A"/>
            </a:gs>
            <a:gs pos="100000">
              <a:srgbClr val="495C69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AAE14C-B350-1EDE-F945-77A116342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5564B880-2AF3-43A7-67B6-80C3EECA0CB7}"/>
              </a:ext>
            </a:extLst>
          </p:cNvPr>
          <p:cNvGrpSpPr/>
          <p:nvPr/>
        </p:nvGrpSpPr>
        <p:grpSpPr>
          <a:xfrm flipH="1">
            <a:off x="-353976" y="-1"/>
            <a:ext cx="6833420" cy="6858001"/>
            <a:chOff x="5358580" y="-1"/>
            <a:chExt cx="6833420" cy="6858001"/>
          </a:xfrm>
          <a:solidFill>
            <a:schemeClr val="bg1">
              <a:lumMod val="95000"/>
              <a:alpha val="1000"/>
            </a:schemeClr>
          </a:solidFill>
        </p:grpSpPr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18AE0099-4C7B-7892-B613-2798CD16833C}"/>
                </a:ext>
              </a:extLst>
            </p:cNvPr>
            <p:cNvSpPr/>
            <p:nvPr/>
          </p:nvSpPr>
          <p:spPr>
            <a:xfrm rot="16200000">
              <a:off x="7470056" y="1806675"/>
              <a:ext cx="6199239" cy="324464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7AF1FF76-49A8-3E0F-488F-F6B35491EFA5}"/>
                </a:ext>
              </a:extLst>
            </p:cNvPr>
            <p:cNvSpPr/>
            <p:nvPr/>
          </p:nvSpPr>
          <p:spPr>
            <a:xfrm>
              <a:off x="5358580" y="3613351"/>
              <a:ext cx="6833420" cy="324464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0F1BFE21-9BEB-5E68-EFAA-B1164D8C4D87}"/>
                </a:ext>
              </a:extLst>
            </p:cNvPr>
            <p:cNvSpPr/>
            <p:nvPr/>
          </p:nvSpPr>
          <p:spPr>
            <a:xfrm rot="10800000">
              <a:off x="5358580" y="-1"/>
              <a:ext cx="6833420" cy="324464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15804FC5-7C48-FB0D-27F1-2AA25004B417}"/>
              </a:ext>
            </a:extLst>
          </p:cNvPr>
          <p:cNvSpPr/>
          <p:nvPr/>
        </p:nvSpPr>
        <p:spPr>
          <a:xfrm rot="10800000" flipH="1">
            <a:off x="48144" y="0"/>
            <a:ext cx="6029181" cy="2862780"/>
          </a:xfrm>
          <a:prstGeom prst="triangle">
            <a:avLst/>
          </a:prstGeom>
          <a:solidFill>
            <a:schemeClr val="l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73538621-5E84-9E1F-C280-97BB0BE7266B}"/>
              </a:ext>
            </a:extLst>
          </p:cNvPr>
          <p:cNvSpPr/>
          <p:nvPr/>
        </p:nvSpPr>
        <p:spPr>
          <a:xfrm flipH="1">
            <a:off x="48144" y="3995219"/>
            <a:ext cx="6029181" cy="2862780"/>
          </a:xfrm>
          <a:prstGeom prst="triangle">
            <a:avLst/>
          </a:prstGeom>
          <a:solidFill>
            <a:schemeClr val="l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CE6BA144-8291-8AA6-FE75-278EC3B55079}"/>
              </a:ext>
            </a:extLst>
          </p:cNvPr>
          <p:cNvSpPr/>
          <p:nvPr/>
        </p:nvSpPr>
        <p:spPr>
          <a:xfrm rot="5400000" flipH="1">
            <a:off x="-1634455" y="2022813"/>
            <a:ext cx="5373330" cy="2812373"/>
          </a:xfrm>
          <a:prstGeom prst="triangle">
            <a:avLst/>
          </a:prstGeom>
          <a:solidFill>
            <a:schemeClr val="lt1">
              <a:alpha val="1000"/>
            </a:schemeClr>
          </a:solidFill>
          <a:ln>
            <a:noFill/>
          </a:ln>
          <a:effectLst>
            <a:outerShdw blurRad="50800" dist="50800" dir="5400000" sx="2000" sy="2000" algn="ctr" rotWithShape="0">
              <a:srgbClr val="000000">
                <a:alpha val="0"/>
              </a:srgb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35DC1F2-D511-8CB2-994E-A1EF756FF776}"/>
              </a:ext>
            </a:extLst>
          </p:cNvPr>
          <p:cNvSpPr/>
          <p:nvPr/>
        </p:nvSpPr>
        <p:spPr>
          <a:xfrm>
            <a:off x="481780" y="412953"/>
            <a:ext cx="275304" cy="919317"/>
          </a:xfrm>
          <a:prstGeom prst="roundRect">
            <a:avLst>
              <a:gd name="adj" fmla="val 33908"/>
            </a:avLst>
          </a:prstGeom>
          <a:solidFill>
            <a:srgbClr val="FAA1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5CE713-8E55-B3DA-13F3-97BCA2259AB6}"/>
              </a:ext>
            </a:extLst>
          </p:cNvPr>
          <p:cNvSpPr txBox="1"/>
          <p:nvPr/>
        </p:nvSpPr>
        <p:spPr>
          <a:xfrm>
            <a:off x="800814" y="549445"/>
            <a:ext cx="58796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WHAT IS THE PAPER ABOUT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4D6E575-2EE5-22F8-0D60-5D509D622BA5}"/>
              </a:ext>
            </a:extLst>
          </p:cNvPr>
          <p:cNvSpPr/>
          <p:nvPr/>
        </p:nvSpPr>
        <p:spPr>
          <a:xfrm>
            <a:off x="13087706" y="2090096"/>
            <a:ext cx="5536285" cy="433522"/>
          </a:xfrm>
          <a:prstGeom prst="roundRect">
            <a:avLst>
              <a:gd name="adj" fmla="val 36878"/>
            </a:avLst>
          </a:prstGeom>
          <a:solidFill>
            <a:srgbClr val="3CB3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MOTIVATION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4BF217D-487E-CB2F-9060-44A21A625DB2}"/>
              </a:ext>
            </a:extLst>
          </p:cNvPr>
          <p:cNvSpPr/>
          <p:nvPr/>
        </p:nvSpPr>
        <p:spPr>
          <a:xfrm>
            <a:off x="13084509" y="2678785"/>
            <a:ext cx="5536285" cy="433522"/>
          </a:xfrm>
          <a:prstGeom prst="roundRect">
            <a:avLst>
              <a:gd name="adj" fmla="val 36878"/>
            </a:avLst>
          </a:prstGeom>
          <a:solidFill>
            <a:srgbClr val="3CB3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METHOD OVERVIEW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FF17DEF-4F33-CC18-BB8B-B0B8C1A994B3}"/>
              </a:ext>
            </a:extLst>
          </p:cNvPr>
          <p:cNvSpPr/>
          <p:nvPr/>
        </p:nvSpPr>
        <p:spPr>
          <a:xfrm>
            <a:off x="13084509" y="3267474"/>
            <a:ext cx="5536285" cy="433522"/>
          </a:xfrm>
          <a:prstGeom prst="roundRect">
            <a:avLst>
              <a:gd name="adj" fmla="val 36878"/>
            </a:avLst>
          </a:prstGeom>
          <a:solidFill>
            <a:srgbClr val="3CB3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KEY RESULTS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8E25D5C-C067-8110-6F19-B135A42B0272}"/>
              </a:ext>
            </a:extLst>
          </p:cNvPr>
          <p:cNvSpPr/>
          <p:nvPr/>
        </p:nvSpPr>
        <p:spPr>
          <a:xfrm>
            <a:off x="13084509" y="3856163"/>
            <a:ext cx="5536285" cy="433522"/>
          </a:xfrm>
          <a:prstGeom prst="roundRect">
            <a:avLst>
              <a:gd name="adj" fmla="val 36878"/>
            </a:avLst>
          </a:prstGeom>
          <a:solidFill>
            <a:srgbClr val="3CB3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RELATED WORK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5626935-35B5-BD67-E60C-D56A8637232E}"/>
              </a:ext>
            </a:extLst>
          </p:cNvPr>
          <p:cNvSpPr/>
          <p:nvPr/>
        </p:nvSpPr>
        <p:spPr>
          <a:xfrm>
            <a:off x="13084509" y="4441360"/>
            <a:ext cx="5536285" cy="433522"/>
          </a:xfrm>
          <a:prstGeom prst="roundRect">
            <a:avLst>
              <a:gd name="adj" fmla="val 36878"/>
            </a:avLst>
          </a:prstGeom>
          <a:solidFill>
            <a:srgbClr val="3CB3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RESEARCH GAP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BD44DC3-D10A-5AEE-C9EA-950B026983AC}"/>
              </a:ext>
            </a:extLst>
          </p:cNvPr>
          <p:cNvSpPr/>
          <p:nvPr/>
        </p:nvSpPr>
        <p:spPr>
          <a:xfrm>
            <a:off x="13084509" y="5026557"/>
            <a:ext cx="5536285" cy="433522"/>
          </a:xfrm>
          <a:prstGeom prst="roundRect">
            <a:avLst>
              <a:gd name="adj" fmla="val 36878"/>
            </a:avLst>
          </a:prstGeom>
          <a:solidFill>
            <a:srgbClr val="3CB3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PROPOSED HYPOTHESIS SOLUTION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3865A6A-FEB6-8CAD-723B-D63A9BDCB86B}"/>
              </a:ext>
            </a:extLst>
          </p:cNvPr>
          <p:cNvSpPr/>
          <p:nvPr/>
        </p:nvSpPr>
        <p:spPr>
          <a:xfrm>
            <a:off x="13084509" y="5611754"/>
            <a:ext cx="5536285" cy="433522"/>
          </a:xfrm>
          <a:prstGeom prst="roundRect">
            <a:avLst>
              <a:gd name="adj" fmla="val 36878"/>
            </a:avLst>
          </a:prstGeom>
          <a:solidFill>
            <a:srgbClr val="3CB3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CONCLUSION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8FCBCB6-D48E-0EAF-B592-F6E52781AB42}"/>
              </a:ext>
            </a:extLst>
          </p:cNvPr>
          <p:cNvSpPr/>
          <p:nvPr/>
        </p:nvSpPr>
        <p:spPr>
          <a:xfrm>
            <a:off x="13087706" y="1501407"/>
            <a:ext cx="5536285" cy="433522"/>
          </a:xfrm>
          <a:prstGeom prst="roundRect">
            <a:avLst>
              <a:gd name="adj" fmla="val 36878"/>
            </a:avLst>
          </a:prstGeom>
          <a:solidFill>
            <a:srgbClr val="3CB3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WHAT THE PAPER IS ABOUT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90D5D39-C211-838B-B270-625A4F3F8056}"/>
              </a:ext>
            </a:extLst>
          </p:cNvPr>
          <p:cNvSpPr txBox="1"/>
          <p:nvPr/>
        </p:nvSpPr>
        <p:spPr>
          <a:xfrm>
            <a:off x="840691" y="1706200"/>
            <a:ext cx="10632623" cy="3709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D3D3D3"/>
                </a:solidFill>
              </a:rPr>
              <a:t>Detection of GAN-generated images using classifiers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4DD0E1"/>
                </a:solidFill>
              </a:rPr>
              <a:t>Existence of consistent artifacts in GAN outputs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66FFCC"/>
                </a:solidFill>
              </a:rPr>
              <a:t>Artifacts are shared across independently trained GANs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64B5F6"/>
                </a:solidFill>
              </a:rPr>
              <a:t>Study interaction between GANs and external GAN-classifiers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CFFB39F-53ED-E268-32AC-99C0592CD77B}"/>
              </a:ext>
            </a:extLst>
          </p:cNvPr>
          <p:cNvSpPr txBox="1"/>
          <p:nvPr/>
        </p:nvSpPr>
        <p:spPr>
          <a:xfrm>
            <a:off x="-11529109" y="1706200"/>
            <a:ext cx="10632623" cy="44480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FFB74D"/>
                </a:solidFill>
              </a:rPr>
              <a:t>GAN images look realistic but still contain hidden artifacts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FFFFFF"/>
                </a:solidFill>
              </a:rPr>
              <a:t>External classifiers can detect GAN images reliably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66FFCC"/>
                </a:solidFill>
              </a:rPr>
              <a:t>Indicates systematic “knowledge gaps” in GAN training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F48FB1"/>
                </a:solidFill>
              </a:rPr>
              <a:t>Need to understand why these artifacts persist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B39DDB"/>
                </a:solidFill>
              </a:rPr>
              <a:t>Need to study how GANs adapt when forced to remove artifacts</a:t>
            </a:r>
          </a:p>
        </p:txBody>
      </p:sp>
    </p:spTree>
    <p:extLst>
      <p:ext uri="{BB962C8B-B14F-4D97-AF65-F5344CB8AC3E}">
        <p14:creationId xmlns:p14="http://schemas.microsoft.com/office/powerpoint/2010/main" val="33459707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34049"/>
            </a:gs>
            <a:gs pos="52000">
              <a:srgbClr val="3F4F5A"/>
            </a:gs>
            <a:gs pos="100000">
              <a:srgbClr val="495C69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26AE1F-4B17-8018-58E7-C3558065D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DE5852CD-3BFC-92C2-1F4D-9D7D773DCF47}"/>
              </a:ext>
            </a:extLst>
          </p:cNvPr>
          <p:cNvGrpSpPr/>
          <p:nvPr/>
        </p:nvGrpSpPr>
        <p:grpSpPr>
          <a:xfrm flipH="1">
            <a:off x="-353976" y="-1"/>
            <a:ext cx="6833420" cy="6858001"/>
            <a:chOff x="5358580" y="-1"/>
            <a:chExt cx="6833420" cy="6858001"/>
          </a:xfrm>
          <a:solidFill>
            <a:schemeClr val="bg1">
              <a:lumMod val="95000"/>
              <a:alpha val="1000"/>
            </a:schemeClr>
          </a:solidFill>
        </p:grpSpPr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3005259D-021A-D1FE-A360-059221B498EE}"/>
                </a:ext>
              </a:extLst>
            </p:cNvPr>
            <p:cNvSpPr/>
            <p:nvPr/>
          </p:nvSpPr>
          <p:spPr>
            <a:xfrm rot="16200000">
              <a:off x="7470056" y="1806675"/>
              <a:ext cx="6199239" cy="324464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DBB41663-78B7-A676-315F-026EC8B4AA5F}"/>
                </a:ext>
              </a:extLst>
            </p:cNvPr>
            <p:cNvSpPr/>
            <p:nvPr/>
          </p:nvSpPr>
          <p:spPr>
            <a:xfrm>
              <a:off x="5358580" y="3613351"/>
              <a:ext cx="6833420" cy="324464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19D913EF-513D-A306-A923-D4DE816BCDC7}"/>
                </a:ext>
              </a:extLst>
            </p:cNvPr>
            <p:cNvSpPr/>
            <p:nvPr/>
          </p:nvSpPr>
          <p:spPr>
            <a:xfrm rot="10800000">
              <a:off x="5358580" y="-1"/>
              <a:ext cx="6833420" cy="324464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0170B82E-4532-823B-E00B-393EE0AE24E1}"/>
              </a:ext>
            </a:extLst>
          </p:cNvPr>
          <p:cNvSpPr/>
          <p:nvPr/>
        </p:nvSpPr>
        <p:spPr>
          <a:xfrm rot="10800000" flipH="1">
            <a:off x="48144" y="0"/>
            <a:ext cx="6029181" cy="2862780"/>
          </a:xfrm>
          <a:prstGeom prst="triangle">
            <a:avLst/>
          </a:prstGeom>
          <a:solidFill>
            <a:schemeClr val="l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27B22155-E049-2063-0F7A-50C15F5EB27B}"/>
              </a:ext>
            </a:extLst>
          </p:cNvPr>
          <p:cNvSpPr/>
          <p:nvPr/>
        </p:nvSpPr>
        <p:spPr>
          <a:xfrm flipH="1">
            <a:off x="48144" y="3995219"/>
            <a:ext cx="6029181" cy="2862780"/>
          </a:xfrm>
          <a:prstGeom prst="triangle">
            <a:avLst/>
          </a:prstGeom>
          <a:solidFill>
            <a:schemeClr val="l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5F982F92-543C-55D7-2B5C-9350D5FC43DC}"/>
              </a:ext>
            </a:extLst>
          </p:cNvPr>
          <p:cNvSpPr/>
          <p:nvPr/>
        </p:nvSpPr>
        <p:spPr>
          <a:xfrm rot="5400000" flipH="1">
            <a:off x="-1634455" y="2022813"/>
            <a:ext cx="5373330" cy="2812373"/>
          </a:xfrm>
          <a:prstGeom prst="triangle">
            <a:avLst/>
          </a:prstGeom>
          <a:solidFill>
            <a:schemeClr val="lt1">
              <a:alpha val="1000"/>
            </a:schemeClr>
          </a:solidFill>
          <a:ln>
            <a:noFill/>
          </a:ln>
          <a:effectLst>
            <a:outerShdw blurRad="50800" dist="50800" dir="5400000" sx="2000" sy="2000" algn="ctr" rotWithShape="0">
              <a:srgbClr val="000000">
                <a:alpha val="0"/>
              </a:srgb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30973F8-CA18-BE43-18D3-75F5EC48BAA5}"/>
              </a:ext>
            </a:extLst>
          </p:cNvPr>
          <p:cNvSpPr/>
          <p:nvPr/>
        </p:nvSpPr>
        <p:spPr>
          <a:xfrm>
            <a:off x="481780" y="412953"/>
            <a:ext cx="275304" cy="919317"/>
          </a:xfrm>
          <a:prstGeom prst="roundRect">
            <a:avLst>
              <a:gd name="adj" fmla="val 33908"/>
            </a:avLst>
          </a:prstGeom>
          <a:solidFill>
            <a:srgbClr val="FAA1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1B90B4-E35A-1F4C-ECF5-BACC2084BCDE}"/>
              </a:ext>
            </a:extLst>
          </p:cNvPr>
          <p:cNvSpPr txBox="1"/>
          <p:nvPr/>
        </p:nvSpPr>
        <p:spPr>
          <a:xfrm>
            <a:off x="800814" y="549445"/>
            <a:ext cx="58796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MOTIVATION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42D539-3F20-93E7-4EBA-7EC2792D4DBD}"/>
              </a:ext>
            </a:extLst>
          </p:cNvPr>
          <p:cNvSpPr txBox="1"/>
          <p:nvPr/>
        </p:nvSpPr>
        <p:spPr>
          <a:xfrm>
            <a:off x="840691" y="1706200"/>
            <a:ext cx="10632623" cy="44480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FFB74D"/>
                </a:solidFill>
              </a:rPr>
              <a:t>GAN images look realistic but still contain hidden artifacts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FFFFFF"/>
                </a:solidFill>
              </a:rPr>
              <a:t>External classifiers can detect GAN images reliably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66FFCC"/>
                </a:solidFill>
              </a:rPr>
              <a:t>Indicates systematic “knowledge gaps” in GAN training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F48FB1"/>
                </a:solidFill>
              </a:rPr>
              <a:t>Need to understand why these artifacts persist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B39DDB"/>
                </a:solidFill>
              </a:rPr>
              <a:t>Need to study how GANs adapt when forced to remove artifacts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2A08E9-9645-563D-9417-05F4703D22E7}"/>
              </a:ext>
            </a:extLst>
          </p:cNvPr>
          <p:cNvSpPr txBox="1"/>
          <p:nvPr/>
        </p:nvSpPr>
        <p:spPr>
          <a:xfrm>
            <a:off x="13464491" y="1706200"/>
            <a:ext cx="10632623" cy="3709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D3D3D3"/>
                </a:solidFill>
              </a:rPr>
              <a:t>Detection of GAN-generated images using classifiers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4DD0E1"/>
                </a:solidFill>
              </a:rPr>
              <a:t>Existence of consistent artifacts in GAN outputs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66FFCC"/>
                </a:solidFill>
              </a:rPr>
              <a:t>Artifacts are shared across independently trained GANs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64B5F6"/>
                </a:solidFill>
              </a:rPr>
              <a:t>Study interaction between GANs and external GAN-classifiers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D1EA7B-1BA8-6F95-3264-02CD361B06AD}"/>
              </a:ext>
            </a:extLst>
          </p:cNvPr>
          <p:cNvSpPr txBox="1"/>
          <p:nvPr/>
        </p:nvSpPr>
        <p:spPr>
          <a:xfrm>
            <a:off x="-11325909" y="1706200"/>
            <a:ext cx="10632623" cy="2970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4DD0E1"/>
                </a:solidFill>
              </a:rPr>
              <a:t>Generator creates fake images from random noise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D3D3D3"/>
                </a:solidFill>
              </a:rPr>
              <a:t>Discriminator distinguishes real vs fake images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81C784"/>
                </a:solidFill>
              </a:rPr>
              <a:t>Adversarial training between Generator and Discriminator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FFF176"/>
                </a:solidFill>
              </a:rPr>
              <a:t>Goal: Generator fools the Discriminator</a:t>
            </a:r>
          </a:p>
        </p:txBody>
      </p:sp>
    </p:spTree>
    <p:extLst>
      <p:ext uri="{BB962C8B-B14F-4D97-AF65-F5344CB8AC3E}">
        <p14:creationId xmlns:p14="http://schemas.microsoft.com/office/powerpoint/2010/main" val="23389254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34049"/>
            </a:gs>
            <a:gs pos="52000">
              <a:srgbClr val="3F4F5A"/>
            </a:gs>
            <a:gs pos="100000">
              <a:srgbClr val="495C69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5FB703-77D7-AD19-3609-845EEA44D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6A27F58D-C027-6BFE-8100-AE798D2FD773}"/>
              </a:ext>
            </a:extLst>
          </p:cNvPr>
          <p:cNvSpPr txBox="1"/>
          <p:nvPr/>
        </p:nvSpPr>
        <p:spPr>
          <a:xfrm>
            <a:off x="840691" y="1706200"/>
            <a:ext cx="10632623" cy="2970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4DD0E1"/>
                </a:solidFill>
              </a:rPr>
              <a:t>Generator creates fake images from random noise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D3D3D3"/>
                </a:solidFill>
              </a:rPr>
              <a:t>Discriminator distinguishes real vs fake images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81C784"/>
                </a:solidFill>
              </a:rPr>
              <a:t>Adversarial training between Generator and Discriminator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FFF176"/>
                </a:solidFill>
              </a:rPr>
              <a:t>Goal: Generator fools the Discriminator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A14A447-4608-FFA6-2A5C-566AB8B6D6E7}"/>
              </a:ext>
            </a:extLst>
          </p:cNvPr>
          <p:cNvGrpSpPr/>
          <p:nvPr/>
        </p:nvGrpSpPr>
        <p:grpSpPr>
          <a:xfrm flipH="1">
            <a:off x="-353976" y="-1"/>
            <a:ext cx="6833420" cy="6858001"/>
            <a:chOff x="5358580" y="-1"/>
            <a:chExt cx="6833420" cy="6858001"/>
          </a:xfrm>
          <a:solidFill>
            <a:schemeClr val="bg1">
              <a:lumMod val="95000"/>
              <a:alpha val="1000"/>
            </a:schemeClr>
          </a:solidFill>
        </p:grpSpPr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41B015F4-F1E4-EDB5-93F2-B4D09441E02E}"/>
                </a:ext>
              </a:extLst>
            </p:cNvPr>
            <p:cNvSpPr/>
            <p:nvPr/>
          </p:nvSpPr>
          <p:spPr>
            <a:xfrm rot="16200000">
              <a:off x="7470056" y="1806675"/>
              <a:ext cx="6199239" cy="324464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046A1C44-FEEE-024C-0C32-80C8C44B1E33}"/>
                </a:ext>
              </a:extLst>
            </p:cNvPr>
            <p:cNvSpPr/>
            <p:nvPr/>
          </p:nvSpPr>
          <p:spPr>
            <a:xfrm>
              <a:off x="5358580" y="3613351"/>
              <a:ext cx="6833420" cy="324464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A163FFDC-884C-5415-C984-73E8C51BFFD5}"/>
                </a:ext>
              </a:extLst>
            </p:cNvPr>
            <p:cNvSpPr/>
            <p:nvPr/>
          </p:nvSpPr>
          <p:spPr>
            <a:xfrm rot="10800000">
              <a:off x="5358580" y="-1"/>
              <a:ext cx="6833420" cy="324464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DACE17BF-E59C-3E13-DCE3-88BEAEA175E2}"/>
              </a:ext>
            </a:extLst>
          </p:cNvPr>
          <p:cNvSpPr/>
          <p:nvPr/>
        </p:nvSpPr>
        <p:spPr>
          <a:xfrm rot="10800000" flipH="1">
            <a:off x="48144" y="0"/>
            <a:ext cx="6029181" cy="2862780"/>
          </a:xfrm>
          <a:prstGeom prst="triangle">
            <a:avLst/>
          </a:prstGeom>
          <a:solidFill>
            <a:schemeClr val="l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A5695074-1639-CAA4-5AEC-771AE2E9DE1E}"/>
              </a:ext>
            </a:extLst>
          </p:cNvPr>
          <p:cNvSpPr/>
          <p:nvPr/>
        </p:nvSpPr>
        <p:spPr>
          <a:xfrm flipH="1">
            <a:off x="48144" y="3995219"/>
            <a:ext cx="6029181" cy="2862780"/>
          </a:xfrm>
          <a:prstGeom prst="triangle">
            <a:avLst/>
          </a:prstGeom>
          <a:solidFill>
            <a:schemeClr val="l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DB4F8AB0-6125-EB89-5A28-D33E77BBAD7F}"/>
              </a:ext>
            </a:extLst>
          </p:cNvPr>
          <p:cNvSpPr/>
          <p:nvPr/>
        </p:nvSpPr>
        <p:spPr>
          <a:xfrm rot="5400000" flipH="1">
            <a:off x="-1634455" y="2022813"/>
            <a:ext cx="5373330" cy="2812373"/>
          </a:xfrm>
          <a:prstGeom prst="triangle">
            <a:avLst/>
          </a:prstGeom>
          <a:solidFill>
            <a:schemeClr val="lt1">
              <a:alpha val="1000"/>
            </a:schemeClr>
          </a:solidFill>
          <a:ln>
            <a:noFill/>
          </a:ln>
          <a:effectLst>
            <a:outerShdw blurRad="50800" dist="50800" dir="5400000" sx="2000" sy="2000" algn="ctr" rotWithShape="0">
              <a:srgbClr val="000000">
                <a:alpha val="0"/>
              </a:srgb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D0D1021-D4F7-A358-ACEE-232A66DE87A1}"/>
              </a:ext>
            </a:extLst>
          </p:cNvPr>
          <p:cNvSpPr/>
          <p:nvPr/>
        </p:nvSpPr>
        <p:spPr>
          <a:xfrm>
            <a:off x="481780" y="412953"/>
            <a:ext cx="275304" cy="919317"/>
          </a:xfrm>
          <a:prstGeom prst="roundRect">
            <a:avLst>
              <a:gd name="adj" fmla="val 33908"/>
            </a:avLst>
          </a:prstGeom>
          <a:solidFill>
            <a:srgbClr val="FAA1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AB5BC6-9B07-A59F-BEC7-0A68280B0E2A}"/>
              </a:ext>
            </a:extLst>
          </p:cNvPr>
          <p:cNvSpPr txBox="1"/>
          <p:nvPr/>
        </p:nvSpPr>
        <p:spPr>
          <a:xfrm>
            <a:off x="800813" y="549445"/>
            <a:ext cx="77400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BACKGROUND (GAN OVERVIEW)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497886-5FD9-50C1-B993-8D5151CEEA65}"/>
              </a:ext>
            </a:extLst>
          </p:cNvPr>
          <p:cNvSpPr txBox="1"/>
          <p:nvPr/>
        </p:nvSpPr>
        <p:spPr>
          <a:xfrm>
            <a:off x="13312091" y="1706200"/>
            <a:ext cx="10632623" cy="44480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FFB74D"/>
                </a:solidFill>
              </a:rPr>
              <a:t>GAN images look realistic but still contain hidden artifacts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FFFFFF"/>
                </a:solidFill>
              </a:rPr>
              <a:t>External classifiers can detect GAN images reliably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66FFCC"/>
                </a:solidFill>
              </a:rPr>
              <a:t>Indicates systematic “knowledge gaps” in GAN training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F48FB1"/>
                </a:solidFill>
              </a:rPr>
              <a:t>Need to understand why these artifacts persist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B39DDB"/>
                </a:solidFill>
              </a:rPr>
              <a:t>Need to study how GANs adapt when forced to remove artifacts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210B80-30EF-507D-1EF0-CE8E59D9D16A}"/>
              </a:ext>
            </a:extLst>
          </p:cNvPr>
          <p:cNvSpPr txBox="1"/>
          <p:nvPr/>
        </p:nvSpPr>
        <p:spPr>
          <a:xfrm>
            <a:off x="-11503709" y="1394917"/>
            <a:ext cx="10603747" cy="51866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64B5F6"/>
                </a:solidFill>
              </a:rPr>
              <a:t>Sequential training of GANs and GAN-classifiers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bg1">
                    <a:lumMod val="95000"/>
                  </a:schemeClr>
                </a:solidFill>
              </a:rPr>
              <a:t>Multiple GANs trained independently per iteration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B39DDB"/>
                </a:solidFill>
              </a:rPr>
              <a:t>Classifiers trained on outputs from multiple GANs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4DD0E1"/>
                </a:solidFill>
              </a:rPr>
              <a:t>Modified GAN loss to also fool frozen classifiers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00B0F0"/>
                </a:solidFill>
              </a:rPr>
              <a:t>Two strategies: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Fool-all loss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Memoryless loss</a:t>
            </a:r>
          </a:p>
        </p:txBody>
      </p:sp>
    </p:spTree>
    <p:extLst>
      <p:ext uri="{BB962C8B-B14F-4D97-AF65-F5344CB8AC3E}">
        <p14:creationId xmlns:p14="http://schemas.microsoft.com/office/powerpoint/2010/main" val="39610320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34049"/>
            </a:gs>
            <a:gs pos="52000">
              <a:srgbClr val="3F4F5A"/>
            </a:gs>
            <a:gs pos="100000">
              <a:srgbClr val="495C69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297E1A-FCF4-5E25-023D-02A127489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441A79AE-D7AF-81F1-18B7-C7412CBBA30E}"/>
              </a:ext>
            </a:extLst>
          </p:cNvPr>
          <p:cNvSpPr txBox="1"/>
          <p:nvPr/>
        </p:nvSpPr>
        <p:spPr>
          <a:xfrm>
            <a:off x="840691" y="1394917"/>
            <a:ext cx="10603747" cy="51866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64B5F6"/>
                </a:solidFill>
              </a:rPr>
              <a:t>Sequential training of GANs and GAN-classifiers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bg1">
                    <a:lumMod val="95000"/>
                  </a:schemeClr>
                </a:solidFill>
              </a:rPr>
              <a:t>Multiple GANs trained independently per iteration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B39DDB"/>
                </a:solidFill>
              </a:rPr>
              <a:t>Classifiers trained on outputs from multiple GANs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4DD0E1"/>
                </a:solidFill>
              </a:rPr>
              <a:t>Modified GAN loss to also fool frozen classifiers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00B0F0"/>
                </a:solidFill>
              </a:rPr>
              <a:t>Two strategies: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Fool-all loss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Memoryless loss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B96A0B2-CC49-78C8-9786-4CCF28814627}"/>
              </a:ext>
            </a:extLst>
          </p:cNvPr>
          <p:cNvGrpSpPr/>
          <p:nvPr/>
        </p:nvGrpSpPr>
        <p:grpSpPr>
          <a:xfrm flipH="1">
            <a:off x="-353976" y="-1"/>
            <a:ext cx="6833420" cy="6858001"/>
            <a:chOff x="5358580" y="-1"/>
            <a:chExt cx="6833420" cy="6858001"/>
          </a:xfrm>
          <a:solidFill>
            <a:schemeClr val="bg1">
              <a:lumMod val="95000"/>
              <a:alpha val="1000"/>
            </a:schemeClr>
          </a:solidFill>
        </p:grpSpPr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8B7E2A6D-D79E-3877-EC65-7251C00CD17D}"/>
                </a:ext>
              </a:extLst>
            </p:cNvPr>
            <p:cNvSpPr/>
            <p:nvPr/>
          </p:nvSpPr>
          <p:spPr>
            <a:xfrm rot="16200000">
              <a:off x="7470056" y="1806675"/>
              <a:ext cx="6199239" cy="324464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039EFFE1-312F-404A-1781-5A0227AED22B}"/>
                </a:ext>
              </a:extLst>
            </p:cNvPr>
            <p:cNvSpPr/>
            <p:nvPr/>
          </p:nvSpPr>
          <p:spPr>
            <a:xfrm>
              <a:off x="5358580" y="3613351"/>
              <a:ext cx="6833420" cy="324464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A564B206-BAF2-C56D-0C01-DD6B8A38AF10}"/>
                </a:ext>
              </a:extLst>
            </p:cNvPr>
            <p:cNvSpPr/>
            <p:nvPr/>
          </p:nvSpPr>
          <p:spPr>
            <a:xfrm rot="10800000">
              <a:off x="5358580" y="-1"/>
              <a:ext cx="6833420" cy="324464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4E899038-D6C3-ECD4-D18C-1AA28292D79E}"/>
              </a:ext>
            </a:extLst>
          </p:cNvPr>
          <p:cNvSpPr/>
          <p:nvPr/>
        </p:nvSpPr>
        <p:spPr>
          <a:xfrm rot="10800000" flipH="1">
            <a:off x="48144" y="0"/>
            <a:ext cx="6029181" cy="2862780"/>
          </a:xfrm>
          <a:prstGeom prst="triangle">
            <a:avLst/>
          </a:prstGeom>
          <a:solidFill>
            <a:schemeClr val="l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66845A13-721A-EC9E-F2B3-AE33E66903A5}"/>
              </a:ext>
            </a:extLst>
          </p:cNvPr>
          <p:cNvSpPr/>
          <p:nvPr/>
        </p:nvSpPr>
        <p:spPr>
          <a:xfrm flipH="1">
            <a:off x="48144" y="3995219"/>
            <a:ext cx="6029181" cy="2862780"/>
          </a:xfrm>
          <a:prstGeom prst="triangle">
            <a:avLst/>
          </a:prstGeom>
          <a:solidFill>
            <a:schemeClr val="l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6BA62814-0F03-37D7-0C47-44371FE25C3F}"/>
              </a:ext>
            </a:extLst>
          </p:cNvPr>
          <p:cNvSpPr/>
          <p:nvPr/>
        </p:nvSpPr>
        <p:spPr>
          <a:xfrm rot="5400000" flipH="1">
            <a:off x="-1634455" y="2022813"/>
            <a:ext cx="5373330" cy="2812373"/>
          </a:xfrm>
          <a:prstGeom prst="triangle">
            <a:avLst/>
          </a:prstGeom>
          <a:solidFill>
            <a:schemeClr val="lt1">
              <a:alpha val="1000"/>
            </a:schemeClr>
          </a:solidFill>
          <a:ln>
            <a:noFill/>
          </a:ln>
          <a:effectLst>
            <a:outerShdw blurRad="50800" dist="50800" dir="5400000" sx="2000" sy="2000" algn="ctr" rotWithShape="0">
              <a:srgbClr val="000000">
                <a:alpha val="0"/>
              </a:srgb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4AF3A12-C4D0-A35C-886C-808DACCF25E2}"/>
              </a:ext>
            </a:extLst>
          </p:cNvPr>
          <p:cNvSpPr/>
          <p:nvPr/>
        </p:nvSpPr>
        <p:spPr>
          <a:xfrm>
            <a:off x="481780" y="412953"/>
            <a:ext cx="275304" cy="919317"/>
          </a:xfrm>
          <a:prstGeom prst="roundRect">
            <a:avLst>
              <a:gd name="adj" fmla="val 33908"/>
            </a:avLst>
          </a:prstGeom>
          <a:solidFill>
            <a:srgbClr val="FAA1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E6DCC7-5F36-7D9F-A5A5-459E814A8BBB}"/>
              </a:ext>
            </a:extLst>
          </p:cNvPr>
          <p:cNvSpPr txBox="1"/>
          <p:nvPr/>
        </p:nvSpPr>
        <p:spPr>
          <a:xfrm>
            <a:off x="800814" y="549445"/>
            <a:ext cx="58796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PROPOSED METHOD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80FF04-9BDC-4AD2-5B33-AD4072676458}"/>
              </a:ext>
            </a:extLst>
          </p:cNvPr>
          <p:cNvSpPr txBox="1"/>
          <p:nvPr/>
        </p:nvSpPr>
        <p:spPr>
          <a:xfrm>
            <a:off x="13185091" y="1706200"/>
            <a:ext cx="10632623" cy="2970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4DD0E1"/>
                </a:solidFill>
              </a:rPr>
              <a:t>Generator creates fake images from random noise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D3D3D3"/>
                </a:solidFill>
              </a:rPr>
              <a:t>Discriminator distinguishes real vs fake images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81C784"/>
                </a:solidFill>
              </a:rPr>
              <a:t>Adversarial training between Generator and Discriminator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FFF176"/>
                </a:solidFill>
              </a:rPr>
              <a:t>Goal: Generator fools the Discriminator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C36BCE-AC8A-E0C5-A368-05FD294A5BE6}"/>
              </a:ext>
            </a:extLst>
          </p:cNvPr>
          <p:cNvSpPr txBox="1"/>
          <p:nvPr/>
        </p:nvSpPr>
        <p:spPr>
          <a:xfrm>
            <a:off x="-11783108" y="1472735"/>
            <a:ext cx="7830342" cy="44480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66FFCC"/>
                </a:solidFill>
              </a:rPr>
              <a:t>Generator with standard GAN discriminator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FFB74D"/>
                </a:solidFill>
              </a:rPr>
              <a:t>Additional frozen classifier inputs to generator loss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64B5F6"/>
                </a:solidFill>
              </a:rPr>
              <a:t>Iterative training across multiple rounds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B39DDB"/>
                </a:solidFill>
              </a:rPr>
              <a:t>Separate classifier training stage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7366E5-2990-9A20-CFBB-8A1132350A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784888" y="1706200"/>
            <a:ext cx="2946655" cy="4072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9955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34049"/>
            </a:gs>
            <a:gs pos="52000">
              <a:srgbClr val="3F4F5A"/>
            </a:gs>
            <a:gs pos="100000">
              <a:srgbClr val="495C69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89A3C7-D2FA-D44F-FF27-76FD9E248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3FBD5ED7-80B7-5FB4-C282-C4323AB7FD50}"/>
              </a:ext>
            </a:extLst>
          </p:cNvPr>
          <p:cNvSpPr txBox="1"/>
          <p:nvPr/>
        </p:nvSpPr>
        <p:spPr>
          <a:xfrm>
            <a:off x="840692" y="1472735"/>
            <a:ext cx="7830342" cy="44480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66FFCC"/>
                </a:solidFill>
              </a:rPr>
              <a:t>Generator with standard GAN discriminator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FFB74D"/>
                </a:solidFill>
              </a:rPr>
              <a:t>Additional frozen classifier inputs to generator loss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64B5F6"/>
                </a:solidFill>
              </a:rPr>
              <a:t>Iterative training across multiple rounds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B39DDB"/>
                </a:solidFill>
              </a:rPr>
              <a:t>Separate classifier training stage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263E9B8-D7D3-A42B-988A-E4F57993757E}"/>
              </a:ext>
            </a:extLst>
          </p:cNvPr>
          <p:cNvGrpSpPr/>
          <p:nvPr/>
        </p:nvGrpSpPr>
        <p:grpSpPr>
          <a:xfrm flipH="1">
            <a:off x="-353976" y="-1"/>
            <a:ext cx="6833420" cy="6858001"/>
            <a:chOff x="5358580" y="-1"/>
            <a:chExt cx="6833420" cy="6858001"/>
          </a:xfrm>
          <a:solidFill>
            <a:schemeClr val="bg1">
              <a:lumMod val="95000"/>
              <a:alpha val="1000"/>
            </a:schemeClr>
          </a:solidFill>
        </p:grpSpPr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F177D4AD-951E-4DE6-D3B1-F22F74435F4D}"/>
                </a:ext>
              </a:extLst>
            </p:cNvPr>
            <p:cNvSpPr/>
            <p:nvPr/>
          </p:nvSpPr>
          <p:spPr>
            <a:xfrm rot="16200000">
              <a:off x="7470056" y="1806675"/>
              <a:ext cx="6199239" cy="324464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318AE035-6BBB-2D57-907F-84AA55F11520}"/>
                </a:ext>
              </a:extLst>
            </p:cNvPr>
            <p:cNvSpPr/>
            <p:nvPr/>
          </p:nvSpPr>
          <p:spPr>
            <a:xfrm>
              <a:off x="5358580" y="3613351"/>
              <a:ext cx="6833420" cy="324464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B706EB4C-BF85-03BD-2969-20F3DA1A5DBA}"/>
                </a:ext>
              </a:extLst>
            </p:cNvPr>
            <p:cNvSpPr/>
            <p:nvPr/>
          </p:nvSpPr>
          <p:spPr>
            <a:xfrm rot="10800000">
              <a:off x="5358580" y="-1"/>
              <a:ext cx="6833420" cy="324464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01BF9F69-F26B-1219-2FF6-5CF39EFC630F}"/>
              </a:ext>
            </a:extLst>
          </p:cNvPr>
          <p:cNvSpPr/>
          <p:nvPr/>
        </p:nvSpPr>
        <p:spPr>
          <a:xfrm rot="10800000" flipH="1">
            <a:off x="48144" y="0"/>
            <a:ext cx="6029181" cy="2862780"/>
          </a:xfrm>
          <a:prstGeom prst="triangle">
            <a:avLst/>
          </a:prstGeom>
          <a:solidFill>
            <a:schemeClr val="l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DE1B5D5E-CFED-2832-DE16-D04E6786CB59}"/>
              </a:ext>
            </a:extLst>
          </p:cNvPr>
          <p:cNvSpPr/>
          <p:nvPr/>
        </p:nvSpPr>
        <p:spPr>
          <a:xfrm flipH="1">
            <a:off x="48144" y="3995219"/>
            <a:ext cx="6029181" cy="2862780"/>
          </a:xfrm>
          <a:prstGeom prst="triangle">
            <a:avLst/>
          </a:prstGeom>
          <a:solidFill>
            <a:schemeClr val="l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AC94629B-6D8F-48F0-D87A-5DDEF5EFDDF3}"/>
              </a:ext>
            </a:extLst>
          </p:cNvPr>
          <p:cNvSpPr/>
          <p:nvPr/>
        </p:nvSpPr>
        <p:spPr>
          <a:xfrm rot="5400000" flipH="1">
            <a:off x="-1634455" y="2022813"/>
            <a:ext cx="5373330" cy="2812373"/>
          </a:xfrm>
          <a:prstGeom prst="triangle">
            <a:avLst/>
          </a:prstGeom>
          <a:solidFill>
            <a:schemeClr val="lt1">
              <a:alpha val="1000"/>
            </a:schemeClr>
          </a:solidFill>
          <a:ln>
            <a:noFill/>
          </a:ln>
          <a:effectLst>
            <a:outerShdw blurRad="50800" dist="50800" dir="5400000" sx="2000" sy="2000" algn="ctr" rotWithShape="0">
              <a:srgbClr val="000000">
                <a:alpha val="0"/>
              </a:srgb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901CCCE-5CFC-BA2E-FB06-4F414A34EA66}"/>
              </a:ext>
            </a:extLst>
          </p:cNvPr>
          <p:cNvSpPr/>
          <p:nvPr/>
        </p:nvSpPr>
        <p:spPr>
          <a:xfrm>
            <a:off x="481780" y="412953"/>
            <a:ext cx="275304" cy="919317"/>
          </a:xfrm>
          <a:prstGeom prst="roundRect">
            <a:avLst>
              <a:gd name="adj" fmla="val 33908"/>
            </a:avLst>
          </a:prstGeom>
          <a:solidFill>
            <a:srgbClr val="FAA1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8E873E-7B5B-3949-4FE9-9BEEFFE89348}"/>
              </a:ext>
            </a:extLst>
          </p:cNvPr>
          <p:cNvSpPr txBox="1"/>
          <p:nvPr/>
        </p:nvSpPr>
        <p:spPr>
          <a:xfrm>
            <a:off x="800813" y="549445"/>
            <a:ext cx="76817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MODEL ARCHITECTURE DIAGRAM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A02CCB-2D6C-AF7F-863A-18748694E0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8912" y="1706200"/>
            <a:ext cx="2946655" cy="40720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04FCE04-BDCB-1ECB-8916-9C8D09B6E964}"/>
              </a:ext>
            </a:extLst>
          </p:cNvPr>
          <p:cNvSpPr txBox="1"/>
          <p:nvPr/>
        </p:nvSpPr>
        <p:spPr>
          <a:xfrm>
            <a:off x="13439091" y="1394917"/>
            <a:ext cx="10603747" cy="51866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64B5F6"/>
                </a:solidFill>
              </a:rPr>
              <a:t>Sequential training of GANs and GAN-classifiers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bg1">
                    <a:lumMod val="95000"/>
                  </a:schemeClr>
                </a:solidFill>
              </a:rPr>
              <a:t>Multiple GANs trained independently per iteration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B39DDB"/>
                </a:solidFill>
              </a:rPr>
              <a:t>Classifiers trained on outputs from multiple GANs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4DD0E1"/>
                </a:solidFill>
              </a:rPr>
              <a:t>Modified GAN loss to also fool frozen classifiers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00B0F0"/>
                </a:solidFill>
              </a:rPr>
              <a:t>Two strategies: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Fool-all loss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Memoryless loss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E7A01A-8F82-C4F3-9356-571F581A6376}"/>
              </a:ext>
            </a:extLst>
          </p:cNvPr>
          <p:cNvSpPr txBox="1"/>
          <p:nvPr/>
        </p:nvSpPr>
        <p:spPr>
          <a:xfrm>
            <a:off x="-11531296" y="1415841"/>
            <a:ext cx="1067179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FFB74D"/>
                </a:solidFill>
              </a:rPr>
              <a:t>MNIST dataset for low-dimensional setting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bg1">
                    <a:lumMod val="95000"/>
                  </a:schemeClr>
                </a:solidFill>
              </a:rPr>
              <a:t>FFHQ dataset for high-dimensional setting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81C784"/>
                </a:solidFill>
              </a:rPr>
              <a:t>DCGAN used for MNIST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66FFCC"/>
                </a:solidFill>
              </a:rPr>
              <a:t>StyleGAN2 used for FFHQ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B39DDB"/>
                </a:solidFill>
              </a:rPr>
              <a:t>Classifier architectures: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00B0F0"/>
                </a:solidFill>
              </a:rPr>
              <a:t>ResNet-50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00B0F0"/>
                </a:solidFill>
              </a:rPr>
              <a:t>Inception-v3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00B0F0"/>
                </a:solidFill>
              </a:rPr>
              <a:t>MobileNetV2</a:t>
            </a:r>
          </a:p>
        </p:txBody>
      </p:sp>
    </p:spTree>
    <p:extLst>
      <p:ext uri="{BB962C8B-B14F-4D97-AF65-F5344CB8AC3E}">
        <p14:creationId xmlns:p14="http://schemas.microsoft.com/office/powerpoint/2010/main" val="26778741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34049"/>
            </a:gs>
            <a:gs pos="52000">
              <a:srgbClr val="3F4F5A"/>
            </a:gs>
            <a:gs pos="100000">
              <a:srgbClr val="495C69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D942E4-EC81-D993-91FA-1F9FCA204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A28561B5-99E6-D5CB-7F78-F11A29BA659F}"/>
              </a:ext>
            </a:extLst>
          </p:cNvPr>
          <p:cNvSpPr txBox="1"/>
          <p:nvPr/>
        </p:nvSpPr>
        <p:spPr>
          <a:xfrm>
            <a:off x="736904" y="1415841"/>
            <a:ext cx="1067179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FFB74D"/>
                </a:solidFill>
              </a:rPr>
              <a:t>MNIST dataset for low-dimensional setting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bg1">
                    <a:lumMod val="95000"/>
                  </a:schemeClr>
                </a:solidFill>
              </a:rPr>
              <a:t>FFHQ dataset for high-dimensional setting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81C784"/>
                </a:solidFill>
              </a:rPr>
              <a:t>DCGAN used for MNIST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66FFCC"/>
                </a:solidFill>
              </a:rPr>
              <a:t>StyleGAN2 used for FFHQ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B39DDB"/>
                </a:solidFill>
              </a:rPr>
              <a:t>Classifier architectures: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00B0F0"/>
                </a:solidFill>
              </a:rPr>
              <a:t>ResNet-50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00B0F0"/>
                </a:solidFill>
              </a:rPr>
              <a:t>Inception-v3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00B0F0"/>
                </a:solidFill>
              </a:rPr>
              <a:t>MobileNetV2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32C5D2E-0452-F6EC-000A-BFC17D04306C}"/>
              </a:ext>
            </a:extLst>
          </p:cNvPr>
          <p:cNvGrpSpPr/>
          <p:nvPr/>
        </p:nvGrpSpPr>
        <p:grpSpPr>
          <a:xfrm flipH="1">
            <a:off x="-353976" y="-1"/>
            <a:ext cx="6833420" cy="6858001"/>
            <a:chOff x="5358580" y="-1"/>
            <a:chExt cx="6833420" cy="6858001"/>
          </a:xfrm>
          <a:solidFill>
            <a:schemeClr val="bg1">
              <a:lumMod val="95000"/>
              <a:alpha val="1000"/>
            </a:schemeClr>
          </a:solidFill>
        </p:grpSpPr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F92FC4A9-3F82-9934-B482-63157BE930B8}"/>
                </a:ext>
              </a:extLst>
            </p:cNvPr>
            <p:cNvSpPr/>
            <p:nvPr/>
          </p:nvSpPr>
          <p:spPr>
            <a:xfrm rot="16200000">
              <a:off x="7470056" y="1806675"/>
              <a:ext cx="6199239" cy="324464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3C622600-B44A-A995-C837-6F72D5D98BF0}"/>
                </a:ext>
              </a:extLst>
            </p:cNvPr>
            <p:cNvSpPr/>
            <p:nvPr/>
          </p:nvSpPr>
          <p:spPr>
            <a:xfrm>
              <a:off x="5358580" y="3613351"/>
              <a:ext cx="6833420" cy="324464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588BDC00-4588-AD45-0982-9695E0DD0433}"/>
                </a:ext>
              </a:extLst>
            </p:cNvPr>
            <p:cNvSpPr/>
            <p:nvPr/>
          </p:nvSpPr>
          <p:spPr>
            <a:xfrm rot="10800000">
              <a:off x="5358580" y="-1"/>
              <a:ext cx="6833420" cy="324464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B55CABB2-F70F-F1BB-3F09-859C5D988362}"/>
              </a:ext>
            </a:extLst>
          </p:cNvPr>
          <p:cNvSpPr/>
          <p:nvPr/>
        </p:nvSpPr>
        <p:spPr>
          <a:xfrm rot="10800000" flipH="1">
            <a:off x="48144" y="0"/>
            <a:ext cx="6029181" cy="2862780"/>
          </a:xfrm>
          <a:prstGeom prst="triangle">
            <a:avLst/>
          </a:prstGeom>
          <a:solidFill>
            <a:schemeClr val="l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1388C818-EE14-9C60-2A7E-6C9594030878}"/>
              </a:ext>
            </a:extLst>
          </p:cNvPr>
          <p:cNvSpPr/>
          <p:nvPr/>
        </p:nvSpPr>
        <p:spPr>
          <a:xfrm flipH="1">
            <a:off x="48144" y="3995219"/>
            <a:ext cx="6029181" cy="2862780"/>
          </a:xfrm>
          <a:prstGeom prst="triangle">
            <a:avLst/>
          </a:prstGeom>
          <a:solidFill>
            <a:schemeClr val="l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B4D110D2-ED8E-A1C1-85A8-5460BACAD7DD}"/>
              </a:ext>
            </a:extLst>
          </p:cNvPr>
          <p:cNvSpPr/>
          <p:nvPr/>
        </p:nvSpPr>
        <p:spPr>
          <a:xfrm rot="5400000" flipH="1">
            <a:off x="-1634455" y="2022813"/>
            <a:ext cx="5373330" cy="2812373"/>
          </a:xfrm>
          <a:prstGeom prst="triangle">
            <a:avLst/>
          </a:prstGeom>
          <a:solidFill>
            <a:schemeClr val="lt1">
              <a:alpha val="1000"/>
            </a:schemeClr>
          </a:solidFill>
          <a:ln>
            <a:noFill/>
          </a:ln>
          <a:effectLst>
            <a:outerShdw blurRad="50800" dist="50800" dir="5400000" sx="2000" sy="2000" algn="ctr" rotWithShape="0">
              <a:srgbClr val="000000">
                <a:alpha val="0"/>
              </a:srgb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3453D98-3EDE-43CC-548F-17054DCB61F4}"/>
              </a:ext>
            </a:extLst>
          </p:cNvPr>
          <p:cNvSpPr/>
          <p:nvPr/>
        </p:nvSpPr>
        <p:spPr>
          <a:xfrm>
            <a:off x="481780" y="412953"/>
            <a:ext cx="275304" cy="919317"/>
          </a:xfrm>
          <a:prstGeom prst="roundRect">
            <a:avLst>
              <a:gd name="adj" fmla="val 33908"/>
            </a:avLst>
          </a:prstGeom>
          <a:solidFill>
            <a:srgbClr val="FAA1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EEF9A2-E78D-35EE-16F7-0A55B2F24A5A}"/>
              </a:ext>
            </a:extLst>
          </p:cNvPr>
          <p:cNvSpPr txBox="1"/>
          <p:nvPr/>
        </p:nvSpPr>
        <p:spPr>
          <a:xfrm>
            <a:off x="800813" y="549445"/>
            <a:ext cx="82653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DATASET AND EXPERIMENTAL SETUP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085DCA-841A-36DB-BCAF-8B336BFC35A8}"/>
              </a:ext>
            </a:extLst>
          </p:cNvPr>
          <p:cNvSpPr txBox="1"/>
          <p:nvPr/>
        </p:nvSpPr>
        <p:spPr>
          <a:xfrm>
            <a:off x="13362892" y="1472735"/>
            <a:ext cx="7830342" cy="44480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66FFCC"/>
                </a:solidFill>
              </a:rPr>
              <a:t>Generator with standard GAN discriminator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FFB74D"/>
                </a:solidFill>
              </a:rPr>
              <a:t>Additional frozen classifier inputs to generator loss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64B5F6"/>
                </a:solidFill>
              </a:rPr>
              <a:t>Iterative training across multiple rounds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B39DDB"/>
                </a:solidFill>
              </a:rPr>
              <a:t>Separate classifier training stage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626B6A-2239-22E2-5205-A34AFCEFA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1112" y="1706200"/>
            <a:ext cx="2946655" cy="40720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0316C01-1A35-5B98-FADB-2E5465BE4CAD}"/>
              </a:ext>
            </a:extLst>
          </p:cNvPr>
          <p:cNvSpPr txBox="1"/>
          <p:nvPr/>
        </p:nvSpPr>
        <p:spPr>
          <a:xfrm>
            <a:off x="-12011709" y="1706200"/>
            <a:ext cx="11350233" cy="3709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B39DDB"/>
                </a:solidFill>
              </a:rPr>
              <a:t>Evaluation metric: classification accuracy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FFF176"/>
                </a:solidFill>
              </a:rPr>
              <a:t>GAN fooling measured by drop in classifier accuracy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4DD0E1"/>
                </a:solidFill>
              </a:rPr>
              <a:t>FID used to measure image quality (StyleGAN2)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81C784"/>
                </a:solidFill>
              </a:rPr>
              <a:t>Visual inspection for output quality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D3D3D3"/>
                </a:solidFill>
              </a:rPr>
              <a:t>Generalization tested on unseen GAN instances</a:t>
            </a:r>
          </a:p>
        </p:txBody>
      </p:sp>
    </p:spTree>
    <p:extLst>
      <p:ext uri="{BB962C8B-B14F-4D97-AF65-F5344CB8AC3E}">
        <p14:creationId xmlns:p14="http://schemas.microsoft.com/office/powerpoint/2010/main" val="35381414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34049"/>
            </a:gs>
            <a:gs pos="52000">
              <a:srgbClr val="3F4F5A"/>
            </a:gs>
            <a:gs pos="100000">
              <a:srgbClr val="495C69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57C0FF-C989-2750-F9FA-D0F33AB05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2CC8E9EC-89B7-3FC0-4ECC-5A9BDEF1C7BF}"/>
              </a:ext>
            </a:extLst>
          </p:cNvPr>
          <p:cNvGrpSpPr/>
          <p:nvPr/>
        </p:nvGrpSpPr>
        <p:grpSpPr>
          <a:xfrm flipH="1">
            <a:off x="-353976" y="-1"/>
            <a:ext cx="6833420" cy="6858001"/>
            <a:chOff x="5358580" y="-1"/>
            <a:chExt cx="6833420" cy="6858001"/>
          </a:xfrm>
          <a:solidFill>
            <a:schemeClr val="bg1">
              <a:lumMod val="95000"/>
              <a:alpha val="1000"/>
            </a:schemeClr>
          </a:solidFill>
        </p:grpSpPr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7869822A-9896-2BFC-8ED7-3734A6E13358}"/>
                </a:ext>
              </a:extLst>
            </p:cNvPr>
            <p:cNvSpPr/>
            <p:nvPr/>
          </p:nvSpPr>
          <p:spPr>
            <a:xfrm rot="16200000">
              <a:off x="7470056" y="1806675"/>
              <a:ext cx="6199239" cy="324464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F7B346D9-99D1-E8BD-7704-3C7F5D71BBCD}"/>
                </a:ext>
              </a:extLst>
            </p:cNvPr>
            <p:cNvSpPr/>
            <p:nvPr/>
          </p:nvSpPr>
          <p:spPr>
            <a:xfrm>
              <a:off x="5358580" y="3613351"/>
              <a:ext cx="6833420" cy="324464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657E0A46-48E4-B67E-4E3D-7FBEF8E28767}"/>
                </a:ext>
              </a:extLst>
            </p:cNvPr>
            <p:cNvSpPr/>
            <p:nvPr/>
          </p:nvSpPr>
          <p:spPr>
            <a:xfrm rot="10800000">
              <a:off x="5358580" y="-1"/>
              <a:ext cx="6833420" cy="324464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65945958-7426-BEF1-E134-8D570CF4FD82}"/>
              </a:ext>
            </a:extLst>
          </p:cNvPr>
          <p:cNvSpPr/>
          <p:nvPr/>
        </p:nvSpPr>
        <p:spPr>
          <a:xfrm rot="10800000" flipH="1">
            <a:off x="48144" y="0"/>
            <a:ext cx="6029181" cy="2862780"/>
          </a:xfrm>
          <a:prstGeom prst="triangle">
            <a:avLst/>
          </a:prstGeom>
          <a:solidFill>
            <a:schemeClr val="l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1AD21E2E-C618-E8CA-FB71-34D9D7A5387D}"/>
              </a:ext>
            </a:extLst>
          </p:cNvPr>
          <p:cNvSpPr/>
          <p:nvPr/>
        </p:nvSpPr>
        <p:spPr>
          <a:xfrm flipH="1">
            <a:off x="48144" y="3995219"/>
            <a:ext cx="6029181" cy="2862780"/>
          </a:xfrm>
          <a:prstGeom prst="triangle">
            <a:avLst/>
          </a:prstGeom>
          <a:solidFill>
            <a:schemeClr val="l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3AC93E86-4AC6-19E7-6A60-4A120EB9B8BE}"/>
              </a:ext>
            </a:extLst>
          </p:cNvPr>
          <p:cNvSpPr/>
          <p:nvPr/>
        </p:nvSpPr>
        <p:spPr>
          <a:xfrm rot="5400000" flipH="1">
            <a:off x="-1634455" y="2022813"/>
            <a:ext cx="5373330" cy="2812373"/>
          </a:xfrm>
          <a:prstGeom prst="triangle">
            <a:avLst/>
          </a:prstGeom>
          <a:solidFill>
            <a:schemeClr val="lt1">
              <a:alpha val="1000"/>
            </a:schemeClr>
          </a:solidFill>
          <a:ln>
            <a:noFill/>
          </a:ln>
          <a:effectLst>
            <a:outerShdw blurRad="50800" dist="50800" dir="5400000" sx="2000" sy="2000" algn="ctr" rotWithShape="0">
              <a:srgbClr val="000000">
                <a:alpha val="0"/>
              </a:srgb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0EEAD18-1E8D-B57F-DB7E-96BBC9F6D1A7}"/>
              </a:ext>
            </a:extLst>
          </p:cNvPr>
          <p:cNvSpPr/>
          <p:nvPr/>
        </p:nvSpPr>
        <p:spPr>
          <a:xfrm>
            <a:off x="481780" y="412953"/>
            <a:ext cx="275304" cy="919317"/>
          </a:xfrm>
          <a:prstGeom prst="roundRect">
            <a:avLst>
              <a:gd name="adj" fmla="val 33908"/>
            </a:avLst>
          </a:prstGeom>
          <a:solidFill>
            <a:srgbClr val="FAA1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1E07DB-48F9-D528-908A-9EFBF864BC68}"/>
              </a:ext>
            </a:extLst>
          </p:cNvPr>
          <p:cNvSpPr txBox="1"/>
          <p:nvPr/>
        </p:nvSpPr>
        <p:spPr>
          <a:xfrm>
            <a:off x="800814" y="549445"/>
            <a:ext cx="58796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RESULT &amp; EVALUATION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BA0B4C-2854-DEBE-B7EE-EAA6186F953B}"/>
              </a:ext>
            </a:extLst>
          </p:cNvPr>
          <p:cNvSpPr txBox="1"/>
          <p:nvPr/>
        </p:nvSpPr>
        <p:spPr>
          <a:xfrm>
            <a:off x="840691" y="1706200"/>
            <a:ext cx="11350233" cy="3709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B39DDB"/>
                </a:solidFill>
              </a:rPr>
              <a:t>Evaluation metric: classification accuracy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FFF176"/>
                </a:solidFill>
              </a:rPr>
              <a:t>GAN fooling measured by drop in classifier accuracy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4DD0E1"/>
                </a:solidFill>
              </a:rPr>
              <a:t>FID used to measure image quality (StyleGAN2)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81C784"/>
                </a:solidFill>
              </a:rPr>
              <a:t>Visual inspection for output quality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D3D3D3"/>
                </a:solidFill>
              </a:rPr>
              <a:t>Generalization tested on unseen GAN instances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67CB6E-6E03-2501-8210-020ECCBFBF3C}"/>
              </a:ext>
            </a:extLst>
          </p:cNvPr>
          <p:cNvSpPr txBox="1"/>
          <p:nvPr/>
        </p:nvSpPr>
        <p:spPr>
          <a:xfrm>
            <a:off x="13106704" y="1415841"/>
            <a:ext cx="1067179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FFB74D"/>
                </a:solidFill>
              </a:rPr>
              <a:t>MNIST dataset for low-dimensional setting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bg1">
                    <a:lumMod val="95000"/>
                  </a:schemeClr>
                </a:solidFill>
              </a:rPr>
              <a:t>FFHQ dataset for high-dimensional setting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81C784"/>
                </a:solidFill>
              </a:rPr>
              <a:t>DCGAN used for MNIST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66FFCC"/>
                </a:solidFill>
              </a:rPr>
              <a:t>StyleGAN2 used for FFHQ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B39DDB"/>
                </a:solidFill>
              </a:rPr>
              <a:t>Classifier architectures: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00B0F0"/>
                </a:solidFill>
              </a:rPr>
              <a:t>ResNet-50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00B0F0"/>
                </a:solidFill>
              </a:rPr>
              <a:t>Inception-v3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00B0F0"/>
                </a:solidFill>
              </a:rPr>
              <a:t>MobileNetV2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ADD73D-37A8-092F-1855-3A3B6FA8B1C1}"/>
              </a:ext>
            </a:extLst>
          </p:cNvPr>
          <p:cNvSpPr txBox="1"/>
          <p:nvPr/>
        </p:nvSpPr>
        <p:spPr>
          <a:xfrm>
            <a:off x="-11579908" y="1500982"/>
            <a:ext cx="6194682" cy="44480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4DD0E1"/>
                </a:solidFill>
              </a:rPr>
              <a:t>GAN images maintain visual quality after training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D3D3D3"/>
                </a:solidFill>
              </a:rPr>
              <a:t>No degradation for StyleGAN2 across iterations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FFF176"/>
                </a:solidFill>
              </a:rPr>
              <a:t>DCGAN outputs degrade when classifier pressure increases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B173E01-BEC3-C0C3-979E-E485B90B9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385226" y="1827164"/>
            <a:ext cx="4410691" cy="357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4140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34049"/>
            </a:gs>
            <a:gs pos="52000">
              <a:srgbClr val="3F4F5A"/>
            </a:gs>
            <a:gs pos="100000">
              <a:srgbClr val="495C69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B1D371-57E2-D473-8367-25BF06814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9A242F0E-9DCE-9321-92F7-81A50104925C}"/>
              </a:ext>
            </a:extLst>
          </p:cNvPr>
          <p:cNvGrpSpPr/>
          <p:nvPr/>
        </p:nvGrpSpPr>
        <p:grpSpPr>
          <a:xfrm flipH="1">
            <a:off x="-353976" y="-1"/>
            <a:ext cx="6833420" cy="6858001"/>
            <a:chOff x="5358580" y="-1"/>
            <a:chExt cx="6833420" cy="6858001"/>
          </a:xfrm>
          <a:solidFill>
            <a:schemeClr val="bg1">
              <a:lumMod val="95000"/>
              <a:alpha val="1000"/>
            </a:schemeClr>
          </a:solidFill>
        </p:grpSpPr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C27D7D0A-2FA5-41D7-B460-466843AB7BD0}"/>
                </a:ext>
              </a:extLst>
            </p:cNvPr>
            <p:cNvSpPr/>
            <p:nvPr/>
          </p:nvSpPr>
          <p:spPr>
            <a:xfrm rot="16200000">
              <a:off x="7470056" y="1806675"/>
              <a:ext cx="6199239" cy="324464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0486CB5C-A3A4-FC47-5028-6AB6012A5D2B}"/>
                </a:ext>
              </a:extLst>
            </p:cNvPr>
            <p:cNvSpPr/>
            <p:nvPr/>
          </p:nvSpPr>
          <p:spPr>
            <a:xfrm>
              <a:off x="5358580" y="3613351"/>
              <a:ext cx="6833420" cy="324464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56CF4BE4-5F8C-471A-7A98-53A13CB7DDBA}"/>
                </a:ext>
              </a:extLst>
            </p:cNvPr>
            <p:cNvSpPr/>
            <p:nvPr/>
          </p:nvSpPr>
          <p:spPr>
            <a:xfrm rot="10800000">
              <a:off x="5358580" y="-1"/>
              <a:ext cx="6833420" cy="324464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14486D4C-3865-A836-CC8D-62A34F4D282B}"/>
              </a:ext>
            </a:extLst>
          </p:cNvPr>
          <p:cNvSpPr/>
          <p:nvPr/>
        </p:nvSpPr>
        <p:spPr>
          <a:xfrm rot="10800000" flipH="1">
            <a:off x="48144" y="0"/>
            <a:ext cx="6029181" cy="2862780"/>
          </a:xfrm>
          <a:prstGeom prst="triangle">
            <a:avLst/>
          </a:prstGeom>
          <a:solidFill>
            <a:schemeClr val="l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5A788435-2B64-859B-65D3-5FAF36DD3673}"/>
              </a:ext>
            </a:extLst>
          </p:cNvPr>
          <p:cNvSpPr/>
          <p:nvPr/>
        </p:nvSpPr>
        <p:spPr>
          <a:xfrm flipH="1">
            <a:off x="48144" y="3995219"/>
            <a:ext cx="6029181" cy="2862780"/>
          </a:xfrm>
          <a:prstGeom prst="triangle">
            <a:avLst/>
          </a:prstGeom>
          <a:solidFill>
            <a:schemeClr val="l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6716757B-07BE-7DB6-46DD-77DF93D912CE}"/>
              </a:ext>
            </a:extLst>
          </p:cNvPr>
          <p:cNvSpPr/>
          <p:nvPr/>
        </p:nvSpPr>
        <p:spPr>
          <a:xfrm rot="5400000" flipH="1">
            <a:off x="-1634455" y="2022813"/>
            <a:ext cx="5373330" cy="2812373"/>
          </a:xfrm>
          <a:prstGeom prst="triangle">
            <a:avLst/>
          </a:prstGeom>
          <a:solidFill>
            <a:schemeClr val="lt1">
              <a:alpha val="1000"/>
            </a:schemeClr>
          </a:solidFill>
          <a:ln>
            <a:noFill/>
          </a:ln>
          <a:effectLst>
            <a:outerShdw blurRad="50800" dist="50800" dir="5400000" sx="2000" sy="2000" algn="ctr" rotWithShape="0">
              <a:srgbClr val="000000">
                <a:alpha val="0"/>
              </a:srgb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CE536F6-FB67-8BC0-DB6F-73CA9A0F5D30}"/>
              </a:ext>
            </a:extLst>
          </p:cNvPr>
          <p:cNvSpPr/>
          <p:nvPr/>
        </p:nvSpPr>
        <p:spPr>
          <a:xfrm>
            <a:off x="481780" y="412953"/>
            <a:ext cx="275304" cy="919317"/>
          </a:xfrm>
          <a:prstGeom prst="roundRect">
            <a:avLst>
              <a:gd name="adj" fmla="val 33908"/>
            </a:avLst>
          </a:prstGeom>
          <a:solidFill>
            <a:srgbClr val="FAA1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733D6A-1E80-6336-DC07-2B232D698A96}"/>
              </a:ext>
            </a:extLst>
          </p:cNvPr>
          <p:cNvSpPr txBox="1"/>
          <p:nvPr/>
        </p:nvSpPr>
        <p:spPr>
          <a:xfrm>
            <a:off x="800813" y="549445"/>
            <a:ext cx="66876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VISUAL RESULTS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B460F7-F506-578D-0B10-10D340E3B649}"/>
              </a:ext>
            </a:extLst>
          </p:cNvPr>
          <p:cNvSpPr txBox="1"/>
          <p:nvPr/>
        </p:nvSpPr>
        <p:spPr>
          <a:xfrm>
            <a:off x="840692" y="1500982"/>
            <a:ext cx="6194682" cy="44480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4DD0E1"/>
                </a:solidFill>
              </a:rPr>
              <a:t>GAN images maintain visual quality after training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D3D3D3"/>
                </a:solidFill>
              </a:rPr>
              <a:t>No degradation for StyleGAN2 across iterations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FFF176"/>
                </a:solidFill>
              </a:rPr>
              <a:t>DCGAN outputs degrade when classifier pressure increases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9AEE49-B8E8-C400-4C72-069AE238E2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5374" y="1827164"/>
            <a:ext cx="4410691" cy="35723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39CEF1F-FC53-E44D-5BEA-C987C89F3EE6}"/>
              </a:ext>
            </a:extLst>
          </p:cNvPr>
          <p:cNvSpPr txBox="1"/>
          <p:nvPr/>
        </p:nvSpPr>
        <p:spPr>
          <a:xfrm>
            <a:off x="13388291" y="1706200"/>
            <a:ext cx="11350233" cy="3709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B39DDB"/>
                </a:solidFill>
              </a:rPr>
              <a:t>Evaluation metric: classification accuracy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FFF176"/>
                </a:solidFill>
              </a:rPr>
              <a:t>GAN fooling measured by drop in classifier accuracy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4DD0E1"/>
                </a:solidFill>
              </a:rPr>
              <a:t>FID used to measure image quality (StyleGAN2)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81C784"/>
                </a:solidFill>
              </a:rPr>
              <a:t>Visual inspection for output quality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D3D3D3"/>
                </a:solidFill>
              </a:rPr>
              <a:t>Generalization tested on unseen GAN instances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338839-196F-0F44-7D39-4C87C10BDC06}"/>
              </a:ext>
            </a:extLst>
          </p:cNvPr>
          <p:cNvSpPr txBox="1"/>
          <p:nvPr/>
        </p:nvSpPr>
        <p:spPr>
          <a:xfrm>
            <a:off x="-12011709" y="1706200"/>
            <a:ext cx="10771205" cy="3709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66FFCC"/>
                </a:solidFill>
              </a:rPr>
              <a:t>GAN artifacts are correlated across generators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FFF176"/>
                </a:solidFill>
              </a:rPr>
              <a:t>DCGAN cannot fool classifiers without quality loss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B39DDB"/>
                </a:solidFill>
              </a:rPr>
              <a:t>StyleGAN2 fool classifiers without quality loss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FFB74D"/>
                </a:solidFill>
              </a:rPr>
              <a:t>Classifier capacity strongly affects learned artifacts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FFFFFF"/>
                </a:solidFill>
              </a:rPr>
              <a:t>Artifacts shift in an ordered, repeatable way</a:t>
            </a:r>
          </a:p>
        </p:txBody>
      </p:sp>
    </p:spTree>
    <p:extLst>
      <p:ext uri="{BB962C8B-B14F-4D97-AF65-F5344CB8AC3E}">
        <p14:creationId xmlns:p14="http://schemas.microsoft.com/office/powerpoint/2010/main" val="32395079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34049"/>
            </a:gs>
            <a:gs pos="52000">
              <a:srgbClr val="3F4F5A"/>
            </a:gs>
            <a:gs pos="100000">
              <a:srgbClr val="495C69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0748F4-BC95-0176-7A6E-1C66B3965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0C77A0EA-EFCF-26C1-143F-4501D3B01623}"/>
              </a:ext>
            </a:extLst>
          </p:cNvPr>
          <p:cNvSpPr txBox="1"/>
          <p:nvPr/>
        </p:nvSpPr>
        <p:spPr>
          <a:xfrm>
            <a:off x="840691" y="1706200"/>
            <a:ext cx="10771205" cy="3709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66FFCC"/>
                </a:solidFill>
              </a:rPr>
              <a:t>GAN artifacts are correlated across generators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FFF176"/>
                </a:solidFill>
              </a:rPr>
              <a:t>DCGAN cannot fool classifiers without quality loss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B39DDB"/>
                </a:solidFill>
              </a:rPr>
              <a:t>StyleGAN2 fool classifiers without quality loss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FFB74D"/>
                </a:solidFill>
              </a:rPr>
              <a:t>Classifier capacity strongly affects learned artifacts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FFFFFF"/>
                </a:solidFill>
              </a:rPr>
              <a:t>Artifacts shift in an ordered, repeatable way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437AB12-4786-F177-3470-5264973B8C86}"/>
              </a:ext>
            </a:extLst>
          </p:cNvPr>
          <p:cNvGrpSpPr/>
          <p:nvPr/>
        </p:nvGrpSpPr>
        <p:grpSpPr>
          <a:xfrm flipH="1">
            <a:off x="-353976" y="-1"/>
            <a:ext cx="6833420" cy="6858001"/>
            <a:chOff x="5358580" y="-1"/>
            <a:chExt cx="6833420" cy="6858001"/>
          </a:xfrm>
          <a:solidFill>
            <a:schemeClr val="bg1">
              <a:lumMod val="95000"/>
              <a:alpha val="1000"/>
            </a:schemeClr>
          </a:solidFill>
        </p:grpSpPr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25C37089-C479-DEDD-A9DF-8D4BC308C871}"/>
                </a:ext>
              </a:extLst>
            </p:cNvPr>
            <p:cNvSpPr/>
            <p:nvPr/>
          </p:nvSpPr>
          <p:spPr>
            <a:xfrm rot="16200000">
              <a:off x="7470056" y="1806675"/>
              <a:ext cx="6199239" cy="324464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A5A1B158-B533-AC8D-70B4-0AD31E138B56}"/>
                </a:ext>
              </a:extLst>
            </p:cNvPr>
            <p:cNvSpPr/>
            <p:nvPr/>
          </p:nvSpPr>
          <p:spPr>
            <a:xfrm>
              <a:off x="5358580" y="3613351"/>
              <a:ext cx="6833420" cy="324464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50467E4D-4227-DCE1-6F84-FAA3667E75D3}"/>
                </a:ext>
              </a:extLst>
            </p:cNvPr>
            <p:cNvSpPr/>
            <p:nvPr/>
          </p:nvSpPr>
          <p:spPr>
            <a:xfrm rot="10800000">
              <a:off x="5358580" y="-1"/>
              <a:ext cx="6833420" cy="324464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FA40506A-D507-A75C-3D50-BD426811905F}"/>
              </a:ext>
            </a:extLst>
          </p:cNvPr>
          <p:cNvSpPr/>
          <p:nvPr/>
        </p:nvSpPr>
        <p:spPr>
          <a:xfrm rot="10800000" flipH="1">
            <a:off x="48144" y="0"/>
            <a:ext cx="6029181" cy="2862780"/>
          </a:xfrm>
          <a:prstGeom prst="triangle">
            <a:avLst/>
          </a:prstGeom>
          <a:solidFill>
            <a:schemeClr val="l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597A3207-797A-6B47-6F5D-CE858181AAB9}"/>
              </a:ext>
            </a:extLst>
          </p:cNvPr>
          <p:cNvSpPr/>
          <p:nvPr/>
        </p:nvSpPr>
        <p:spPr>
          <a:xfrm flipH="1">
            <a:off x="48144" y="3995219"/>
            <a:ext cx="6029181" cy="2862780"/>
          </a:xfrm>
          <a:prstGeom prst="triangle">
            <a:avLst/>
          </a:prstGeom>
          <a:solidFill>
            <a:schemeClr val="l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6D63883C-74F6-058E-8EAB-FA2A58512275}"/>
              </a:ext>
            </a:extLst>
          </p:cNvPr>
          <p:cNvSpPr/>
          <p:nvPr/>
        </p:nvSpPr>
        <p:spPr>
          <a:xfrm rot="5400000" flipH="1">
            <a:off x="-1634455" y="2022813"/>
            <a:ext cx="5373330" cy="2812373"/>
          </a:xfrm>
          <a:prstGeom prst="triangle">
            <a:avLst/>
          </a:prstGeom>
          <a:solidFill>
            <a:schemeClr val="lt1">
              <a:alpha val="1000"/>
            </a:schemeClr>
          </a:solidFill>
          <a:ln>
            <a:noFill/>
          </a:ln>
          <a:effectLst>
            <a:outerShdw blurRad="50800" dist="50800" dir="5400000" sx="2000" sy="2000" algn="ctr" rotWithShape="0">
              <a:srgbClr val="000000">
                <a:alpha val="0"/>
              </a:srgb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CBAD885-4B09-2CB4-C660-32927A5C0522}"/>
              </a:ext>
            </a:extLst>
          </p:cNvPr>
          <p:cNvSpPr/>
          <p:nvPr/>
        </p:nvSpPr>
        <p:spPr>
          <a:xfrm>
            <a:off x="481780" y="412953"/>
            <a:ext cx="275304" cy="919317"/>
          </a:xfrm>
          <a:prstGeom prst="roundRect">
            <a:avLst>
              <a:gd name="adj" fmla="val 33908"/>
            </a:avLst>
          </a:prstGeom>
          <a:solidFill>
            <a:srgbClr val="FAA1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6D7E97-C2AE-EB02-2772-024C645B2AD8}"/>
              </a:ext>
            </a:extLst>
          </p:cNvPr>
          <p:cNvSpPr txBox="1"/>
          <p:nvPr/>
        </p:nvSpPr>
        <p:spPr>
          <a:xfrm>
            <a:off x="800814" y="549445"/>
            <a:ext cx="58796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KEY FINDINGS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331EBD-AE21-FF09-BCEA-9B7ABEC9C895}"/>
              </a:ext>
            </a:extLst>
          </p:cNvPr>
          <p:cNvSpPr txBox="1"/>
          <p:nvPr/>
        </p:nvSpPr>
        <p:spPr>
          <a:xfrm>
            <a:off x="12931092" y="1500982"/>
            <a:ext cx="6194682" cy="44480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4DD0E1"/>
                </a:solidFill>
              </a:rPr>
              <a:t>GAN images maintain visual quality after training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D3D3D3"/>
                </a:solidFill>
              </a:rPr>
              <a:t>No degradation for StyleGAN2 across iterations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FFF176"/>
                </a:solidFill>
              </a:rPr>
              <a:t>DCGAN outputs degrade when classifier pressure increases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A8F9EF-DD74-6936-0E2A-3179BE0BC2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25774" y="1827164"/>
            <a:ext cx="4410691" cy="35723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E14D7E3-C84C-2A84-E552-77023F7B415D}"/>
              </a:ext>
            </a:extLst>
          </p:cNvPr>
          <p:cNvSpPr txBox="1"/>
          <p:nvPr/>
        </p:nvSpPr>
        <p:spPr>
          <a:xfrm>
            <a:off x="-11605309" y="1858600"/>
            <a:ext cx="10771205" cy="3709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64B5F6"/>
                </a:solidFill>
              </a:rPr>
              <a:t>CNN-Generated Images Are Surprisingly Easy to Spot (Wang et al., 2020)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F48FB1"/>
                </a:solidFill>
              </a:rPr>
              <a:t>CNN-based GAN image detection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FFF176"/>
                </a:solidFill>
              </a:rPr>
              <a:t>Shows generalization across GAN architectures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FFB74D"/>
                </a:solidFill>
              </a:rPr>
              <a:t>Does not study GAN adaptation to classifiers</a:t>
            </a:r>
          </a:p>
        </p:txBody>
      </p:sp>
    </p:spTree>
    <p:extLst>
      <p:ext uri="{BB962C8B-B14F-4D97-AF65-F5344CB8AC3E}">
        <p14:creationId xmlns:p14="http://schemas.microsoft.com/office/powerpoint/2010/main" val="1061746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34049"/>
            </a:gs>
            <a:gs pos="52000">
              <a:srgbClr val="3F4F5A"/>
            </a:gs>
            <a:gs pos="100000">
              <a:srgbClr val="495C69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5832BC-876F-0A8B-70A8-6F8A7E046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DB7323D1-635B-D539-925B-950619107651}"/>
              </a:ext>
            </a:extLst>
          </p:cNvPr>
          <p:cNvSpPr txBox="1"/>
          <p:nvPr/>
        </p:nvSpPr>
        <p:spPr>
          <a:xfrm>
            <a:off x="840691" y="1706200"/>
            <a:ext cx="10771205" cy="3709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64B5F6"/>
                </a:solidFill>
              </a:rPr>
              <a:t>CNN-Generated Images Are Surprisingly Easy to Spot (Wang et al., 2020)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F48FB1"/>
                </a:solidFill>
              </a:rPr>
              <a:t>CNN-based GAN image detection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FFF176"/>
                </a:solidFill>
              </a:rPr>
              <a:t>Shows generalization across GAN architectures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FFB74D"/>
                </a:solidFill>
              </a:rPr>
              <a:t>Does not study GAN adaptation to classifiers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AB21789-4AEF-D10C-EC80-E157BF7A5DC8}"/>
              </a:ext>
            </a:extLst>
          </p:cNvPr>
          <p:cNvGrpSpPr/>
          <p:nvPr/>
        </p:nvGrpSpPr>
        <p:grpSpPr>
          <a:xfrm flipH="1">
            <a:off x="-353976" y="-1"/>
            <a:ext cx="6833420" cy="6858001"/>
            <a:chOff x="5358580" y="-1"/>
            <a:chExt cx="6833420" cy="6858001"/>
          </a:xfrm>
          <a:solidFill>
            <a:schemeClr val="bg1">
              <a:lumMod val="95000"/>
              <a:alpha val="1000"/>
            </a:schemeClr>
          </a:solidFill>
        </p:grpSpPr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3D5963A8-33B2-6FF5-C583-ACB8268BC6A6}"/>
                </a:ext>
              </a:extLst>
            </p:cNvPr>
            <p:cNvSpPr/>
            <p:nvPr/>
          </p:nvSpPr>
          <p:spPr>
            <a:xfrm rot="16200000">
              <a:off x="7470056" y="1806675"/>
              <a:ext cx="6199239" cy="324464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241B5497-604A-A712-517B-4BE526FA83BD}"/>
                </a:ext>
              </a:extLst>
            </p:cNvPr>
            <p:cNvSpPr/>
            <p:nvPr/>
          </p:nvSpPr>
          <p:spPr>
            <a:xfrm>
              <a:off x="5358580" y="3613351"/>
              <a:ext cx="6833420" cy="324464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B5E80695-0DE6-F3FC-6D33-982F42525F35}"/>
                </a:ext>
              </a:extLst>
            </p:cNvPr>
            <p:cNvSpPr/>
            <p:nvPr/>
          </p:nvSpPr>
          <p:spPr>
            <a:xfrm rot="10800000">
              <a:off x="5358580" y="-1"/>
              <a:ext cx="6833420" cy="324464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9680F99F-D933-837C-D3A8-BF63AF2482B8}"/>
              </a:ext>
            </a:extLst>
          </p:cNvPr>
          <p:cNvSpPr/>
          <p:nvPr/>
        </p:nvSpPr>
        <p:spPr>
          <a:xfrm rot="10800000" flipH="1">
            <a:off x="48144" y="0"/>
            <a:ext cx="6029181" cy="2862780"/>
          </a:xfrm>
          <a:prstGeom prst="triangle">
            <a:avLst/>
          </a:prstGeom>
          <a:solidFill>
            <a:schemeClr val="l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A8DBB7A7-2960-BB69-7CF3-DE71DBBCEBA0}"/>
              </a:ext>
            </a:extLst>
          </p:cNvPr>
          <p:cNvSpPr/>
          <p:nvPr/>
        </p:nvSpPr>
        <p:spPr>
          <a:xfrm flipH="1">
            <a:off x="48144" y="3995219"/>
            <a:ext cx="6029181" cy="2862780"/>
          </a:xfrm>
          <a:prstGeom prst="triangle">
            <a:avLst/>
          </a:prstGeom>
          <a:solidFill>
            <a:schemeClr val="l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5D3B9E3A-7BBA-60C0-9124-9C622C55D12B}"/>
              </a:ext>
            </a:extLst>
          </p:cNvPr>
          <p:cNvSpPr/>
          <p:nvPr/>
        </p:nvSpPr>
        <p:spPr>
          <a:xfrm rot="5400000" flipH="1">
            <a:off x="-1634455" y="2022813"/>
            <a:ext cx="5373330" cy="2812373"/>
          </a:xfrm>
          <a:prstGeom prst="triangle">
            <a:avLst/>
          </a:prstGeom>
          <a:solidFill>
            <a:schemeClr val="lt1">
              <a:alpha val="1000"/>
            </a:schemeClr>
          </a:solidFill>
          <a:ln>
            <a:noFill/>
          </a:ln>
          <a:effectLst>
            <a:outerShdw blurRad="50800" dist="50800" dir="5400000" sx="2000" sy="2000" algn="ctr" rotWithShape="0">
              <a:srgbClr val="000000">
                <a:alpha val="0"/>
              </a:srgb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BDBA26E-50F0-2467-8D66-B2490196DF44}"/>
              </a:ext>
            </a:extLst>
          </p:cNvPr>
          <p:cNvSpPr/>
          <p:nvPr/>
        </p:nvSpPr>
        <p:spPr>
          <a:xfrm>
            <a:off x="481780" y="412953"/>
            <a:ext cx="275304" cy="919317"/>
          </a:xfrm>
          <a:prstGeom prst="roundRect">
            <a:avLst>
              <a:gd name="adj" fmla="val 33908"/>
            </a:avLst>
          </a:prstGeom>
          <a:solidFill>
            <a:srgbClr val="FAA1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9EFD2E-1573-FC5A-5269-98FF08BCC814}"/>
              </a:ext>
            </a:extLst>
          </p:cNvPr>
          <p:cNvSpPr txBox="1"/>
          <p:nvPr/>
        </p:nvSpPr>
        <p:spPr>
          <a:xfrm>
            <a:off x="800814" y="549445"/>
            <a:ext cx="58796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RELATED WORK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39BB69-AECF-CD94-7024-2731815D4775}"/>
              </a:ext>
            </a:extLst>
          </p:cNvPr>
          <p:cNvSpPr txBox="1"/>
          <p:nvPr/>
        </p:nvSpPr>
        <p:spPr>
          <a:xfrm>
            <a:off x="12905691" y="1858600"/>
            <a:ext cx="10771205" cy="3709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66FFCC"/>
                </a:solidFill>
              </a:rPr>
              <a:t>GAN artifacts are correlated across generators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FFF176"/>
                </a:solidFill>
              </a:rPr>
              <a:t>DCGAN cannot fool classifiers without quality loss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B39DDB"/>
                </a:solidFill>
              </a:rPr>
              <a:t>StyleGAN2 fool classifiers without quality loss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FFB74D"/>
                </a:solidFill>
              </a:rPr>
              <a:t>Classifier capacity strongly affects learned artifacts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FFFFFF"/>
                </a:solidFill>
              </a:rPr>
              <a:t>Artifacts shift in an ordered, repeatable way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061555-DEE3-ECD4-0144-F70333FBF72A}"/>
              </a:ext>
            </a:extLst>
          </p:cNvPr>
          <p:cNvSpPr txBox="1"/>
          <p:nvPr/>
        </p:nvSpPr>
        <p:spPr>
          <a:xfrm>
            <a:off x="-12320789" y="1525157"/>
            <a:ext cx="11380989" cy="2970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F48FB1"/>
                </a:solidFill>
              </a:rPr>
              <a:t>What Makes Fake Images Detectable? (Chai et al., 2020)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bg1"/>
                </a:solidFill>
              </a:rPr>
              <a:t>Studies properties of detectable GAN artifacts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81C784"/>
                </a:solidFill>
              </a:rPr>
              <a:t>Focuses on detection, not generator retraining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4DD0E1"/>
                </a:solidFill>
              </a:rPr>
              <a:t>No iterative GAN–classifier interaction</a:t>
            </a:r>
          </a:p>
        </p:txBody>
      </p:sp>
    </p:spTree>
    <p:extLst>
      <p:ext uri="{BB962C8B-B14F-4D97-AF65-F5344CB8AC3E}">
        <p14:creationId xmlns:p14="http://schemas.microsoft.com/office/powerpoint/2010/main" val="31681847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34049"/>
            </a:gs>
            <a:gs pos="52000">
              <a:srgbClr val="3F4F5A"/>
            </a:gs>
            <a:gs pos="100000">
              <a:srgbClr val="495C69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1045C6-CF13-2F35-40CB-4563CEE2C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4C17C775-F5EC-E592-29C7-21071FE0E2DD}"/>
              </a:ext>
            </a:extLst>
          </p:cNvPr>
          <p:cNvGrpSpPr/>
          <p:nvPr/>
        </p:nvGrpSpPr>
        <p:grpSpPr>
          <a:xfrm flipH="1">
            <a:off x="-353976" y="-1"/>
            <a:ext cx="6833420" cy="6858001"/>
            <a:chOff x="5358580" y="-1"/>
            <a:chExt cx="6833420" cy="6858001"/>
          </a:xfrm>
          <a:solidFill>
            <a:schemeClr val="bg1">
              <a:lumMod val="95000"/>
              <a:alpha val="1000"/>
            </a:schemeClr>
          </a:solidFill>
        </p:grpSpPr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E8F195BD-DEE8-2EA5-DA5D-8ACBFF0A5840}"/>
                </a:ext>
              </a:extLst>
            </p:cNvPr>
            <p:cNvSpPr/>
            <p:nvPr/>
          </p:nvSpPr>
          <p:spPr>
            <a:xfrm rot="16200000">
              <a:off x="7470056" y="1806675"/>
              <a:ext cx="6199239" cy="324464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1FF2B171-A1BC-7635-FB29-D34BC8CF3905}"/>
                </a:ext>
              </a:extLst>
            </p:cNvPr>
            <p:cNvSpPr/>
            <p:nvPr/>
          </p:nvSpPr>
          <p:spPr>
            <a:xfrm>
              <a:off x="5358580" y="3613351"/>
              <a:ext cx="6833420" cy="324464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F5820B8E-172F-6F9B-58BF-004485E9EC88}"/>
                </a:ext>
              </a:extLst>
            </p:cNvPr>
            <p:cNvSpPr/>
            <p:nvPr/>
          </p:nvSpPr>
          <p:spPr>
            <a:xfrm rot="10800000">
              <a:off x="5358580" y="-1"/>
              <a:ext cx="6833420" cy="324464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66AE0CEC-27E6-4713-F3D4-15266D5BB11D}"/>
              </a:ext>
            </a:extLst>
          </p:cNvPr>
          <p:cNvSpPr/>
          <p:nvPr/>
        </p:nvSpPr>
        <p:spPr>
          <a:xfrm rot="10800000" flipH="1">
            <a:off x="48144" y="0"/>
            <a:ext cx="6029181" cy="2862780"/>
          </a:xfrm>
          <a:prstGeom prst="triangle">
            <a:avLst/>
          </a:prstGeom>
          <a:solidFill>
            <a:schemeClr val="l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C42599DF-F851-E429-387D-052AC041714D}"/>
              </a:ext>
            </a:extLst>
          </p:cNvPr>
          <p:cNvSpPr/>
          <p:nvPr/>
        </p:nvSpPr>
        <p:spPr>
          <a:xfrm flipH="1">
            <a:off x="66819" y="3995220"/>
            <a:ext cx="6029181" cy="2862780"/>
          </a:xfrm>
          <a:prstGeom prst="triangle">
            <a:avLst/>
          </a:prstGeom>
          <a:solidFill>
            <a:schemeClr val="l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1EAF7BA1-1C7C-9AC4-B409-32F57E703E60}"/>
              </a:ext>
            </a:extLst>
          </p:cNvPr>
          <p:cNvSpPr/>
          <p:nvPr/>
        </p:nvSpPr>
        <p:spPr>
          <a:xfrm rot="5400000" flipH="1">
            <a:off x="-1634455" y="2022813"/>
            <a:ext cx="5373330" cy="2812373"/>
          </a:xfrm>
          <a:prstGeom prst="triangle">
            <a:avLst/>
          </a:prstGeom>
          <a:solidFill>
            <a:schemeClr val="lt1">
              <a:alpha val="1000"/>
            </a:schemeClr>
          </a:solidFill>
          <a:ln>
            <a:noFill/>
          </a:ln>
          <a:effectLst>
            <a:outerShdw blurRad="50800" dist="50800" dir="5400000" sx="2000" sy="2000" algn="ctr" rotWithShape="0">
              <a:srgbClr val="000000">
                <a:alpha val="0"/>
              </a:srgb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CED6A24-2250-14AC-81A7-80F60F58C3A4}"/>
              </a:ext>
            </a:extLst>
          </p:cNvPr>
          <p:cNvSpPr/>
          <p:nvPr/>
        </p:nvSpPr>
        <p:spPr>
          <a:xfrm>
            <a:off x="481780" y="412953"/>
            <a:ext cx="275304" cy="919317"/>
          </a:xfrm>
          <a:prstGeom prst="roundRect">
            <a:avLst>
              <a:gd name="adj" fmla="val 33908"/>
            </a:avLst>
          </a:prstGeom>
          <a:solidFill>
            <a:srgbClr val="FAA1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093B91-BC6A-0355-0AD9-28FEF9397F3E}"/>
              </a:ext>
            </a:extLst>
          </p:cNvPr>
          <p:cNvSpPr txBox="1"/>
          <p:nvPr/>
        </p:nvSpPr>
        <p:spPr>
          <a:xfrm>
            <a:off x="800814" y="549445"/>
            <a:ext cx="82180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RELATED WORK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8F70BC-8073-479D-1364-FEC23666F367}"/>
              </a:ext>
            </a:extLst>
          </p:cNvPr>
          <p:cNvSpPr txBox="1"/>
          <p:nvPr/>
        </p:nvSpPr>
        <p:spPr>
          <a:xfrm>
            <a:off x="811011" y="1525157"/>
            <a:ext cx="11380989" cy="2970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F48FB1"/>
                </a:solidFill>
              </a:rPr>
              <a:t>What Makes Fake Images Detectable? (Chai et al., 2020)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bg1"/>
                </a:solidFill>
              </a:rPr>
              <a:t>Studies properties of detectable GAN artifacts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81C784"/>
                </a:solidFill>
              </a:rPr>
              <a:t>Focuses on detection, not generator retraining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4DD0E1"/>
                </a:solidFill>
              </a:rPr>
              <a:t>No iterative GAN–classifier interaction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FAD10F-2C46-FBD1-0DC2-0F9A75DC0C5E}"/>
              </a:ext>
            </a:extLst>
          </p:cNvPr>
          <p:cNvSpPr txBox="1"/>
          <p:nvPr/>
        </p:nvSpPr>
        <p:spPr>
          <a:xfrm>
            <a:off x="13210491" y="1706200"/>
            <a:ext cx="10771205" cy="3709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64B5F6"/>
                </a:solidFill>
              </a:rPr>
              <a:t>CNN-Generated Images Are Surprisingly Easy to Spot (Wang et al., 2020)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F48FB1"/>
                </a:solidFill>
              </a:rPr>
              <a:t>CNN-based GAN image detection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FFF176"/>
                </a:solidFill>
              </a:rPr>
              <a:t>Shows generalization across GAN architectures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FFB74D"/>
                </a:solidFill>
              </a:rPr>
              <a:t>Does not study GAN adaptation to classifiers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B73A5D-E2FD-8B1C-08AD-10DCFCCEFFC9}"/>
              </a:ext>
            </a:extLst>
          </p:cNvPr>
          <p:cNvSpPr txBox="1"/>
          <p:nvPr/>
        </p:nvSpPr>
        <p:spPr>
          <a:xfrm>
            <a:off x="-11757709" y="1706200"/>
            <a:ext cx="10771205" cy="3709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B39DDB"/>
                </a:solidFill>
              </a:rPr>
              <a:t>Limited to DCGAN and StyleGAN2 architectures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66FFCC"/>
                </a:solidFill>
              </a:rPr>
              <a:t>Only image domain studied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D3D3D3"/>
                </a:solidFill>
              </a:rPr>
              <a:t>No semantic analysis of artifact types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FFFFFF"/>
                </a:solidFill>
              </a:rPr>
              <a:t>Computationally expensive experiments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4DD0E1"/>
                </a:solidFill>
              </a:rPr>
              <a:t>No real-world deployment evaluation</a:t>
            </a:r>
          </a:p>
        </p:txBody>
      </p:sp>
    </p:spTree>
    <p:extLst>
      <p:ext uri="{BB962C8B-B14F-4D97-AF65-F5344CB8AC3E}">
        <p14:creationId xmlns:p14="http://schemas.microsoft.com/office/powerpoint/2010/main" val="2971265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34049"/>
            </a:gs>
            <a:gs pos="52000">
              <a:srgbClr val="3F4F5A"/>
            </a:gs>
            <a:gs pos="100000">
              <a:srgbClr val="495C69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6EC008-6F0B-0690-8385-A444F0D5D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68296DD5-1B0A-FDB7-4AE4-1AE9D684AAAF}"/>
              </a:ext>
            </a:extLst>
          </p:cNvPr>
          <p:cNvSpPr txBox="1"/>
          <p:nvPr/>
        </p:nvSpPr>
        <p:spPr>
          <a:xfrm>
            <a:off x="840691" y="1706200"/>
            <a:ext cx="10771205" cy="3709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B39DDB"/>
                </a:solidFill>
              </a:rPr>
              <a:t>Limited to DCGAN and StyleGAN2 architectures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66FFCC"/>
                </a:solidFill>
              </a:rPr>
              <a:t>Only image domain studied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D3D3D3"/>
                </a:solidFill>
              </a:rPr>
              <a:t>No semantic analysis of artifact types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FFFFFF"/>
                </a:solidFill>
              </a:rPr>
              <a:t>Computationally expensive experiments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4DD0E1"/>
                </a:solidFill>
              </a:rPr>
              <a:t>No real-world deployment evaluation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7D72483-B3CC-6085-14FD-F9D0D2141C4C}"/>
              </a:ext>
            </a:extLst>
          </p:cNvPr>
          <p:cNvGrpSpPr/>
          <p:nvPr/>
        </p:nvGrpSpPr>
        <p:grpSpPr>
          <a:xfrm flipH="1">
            <a:off x="-353976" y="-1"/>
            <a:ext cx="6833420" cy="6858001"/>
            <a:chOff x="5358580" y="-1"/>
            <a:chExt cx="6833420" cy="6858001"/>
          </a:xfrm>
          <a:solidFill>
            <a:schemeClr val="bg1">
              <a:lumMod val="95000"/>
              <a:alpha val="1000"/>
            </a:schemeClr>
          </a:solidFill>
        </p:grpSpPr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4D2CE244-98AF-6AD6-24DC-986FEA364B6C}"/>
                </a:ext>
              </a:extLst>
            </p:cNvPr>
            <p:cNvSpPr/>
            <p:nvPr/>
          </p:nvSpPr>
          <p:spPr>
            <a:xfrm rot="16200000">
              <a:off x="7470056" y="1806675"/>
              <a:ext cx="6199239" cy="324464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5A5E2AC8-36A5-E48B-2802-51DBC4FE4544}"/>
                </a:ext>
              </a:extLst>
            </p:cNvPr>
            <p:cNvSpPr/>
            <p:nvPr/>
          </p:nvSpPr>
          <p:spPr>
            <a:xfrm>
              <a:off x="5358580" y="3613351"/>
              <a:ext cx="6833420" cy="324464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15C48D18-97C0-55DD-4A7B-9302E59D559C}"/>
                </a:ext>
              </a:extLst>
            </p:cNvPr>
            <p:cNvSpPr/>
            <p:nvPr/>
          </p:nvSpPr>
          <p:spPr>
            <a:xfrm rot="10800000">
              <a:off x="5358580" y="-1"/>
              <a:ext cx="6833420" cy="324464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1ED5D35B-FE9C-E356-9887-E01A5C51B2B3}"/>
              </a:ext>
            </a:extLst>
          </p:cNvPr>
          <p:cNvSpPr/>
          <p:nvPr/>
        </p:nvSpPr>
        <p:spPr>
          <a:xfrm rot="10800000" flipH="1">
            <a:off x="48144" y="0"/>
            <a:ext cx="6029181" cy="2862780"/>
          </a:xfrm>
          <a:prstGeom prst="triangle">
            <a:avLst/>
          </a:prstGeom>
          <a:solidFill>
            <a:schemeClr val="l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22693C4C-0520-4372-CE1E-F367F869AF71}"/>
              </a:ext>
            </a:extLst>
          </p:cNvPr>
          <p:cNvSpPr/>
          <p:nvPr/>
        </p:nvSpPr>
        <p:spPr>
          <a:xfrm flipH="1">
            <a:off x="66819" y="3995220"/>
            <a:ext cx="6029181" cy="2862780"/>
          </a:xfrm>
          <a:prstGeom prst="triangle">
            <a:avLst/>
          </a:prstGeom>
          <a:solidFill>
            <a:schemeClr val="l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A5AC5972-38D2-2DE4-249B-537B80415969}"/>
              </a:ext>
            </a:extLst>
          </p:cNvPr>
          <p:cNvSpPr/>
          <p:nvPr/>
        </p:nvSpPr>
        <p:spPr>
          <a:xfrm rot="5400000" flipH="1">
            <a:off x="-1634455" y="2022813"/>
            <a:ext cx="5373330" cy="2812373"/>
          </a:xfrm>
          <a:prstGeom prst="triangle">
            <a:avLst/>
          </a:prstGeom>
          <a:solidFill>
            <a:schemeClr val="lt1">
              <a:alpha val="1000"/>
            </a:schemeClr>
          </a:solidFill>
          <a:ln>
            <a:noFill/>
          </a:ln>
          <a:effectLst>
            <a:outerShdw blurRad="50800" dist="50800" dir="5400000" sx="2000" sy="2000" algn="ctr" rotWithShape="0">
              <a:srgbClr val="000000">
                <a:alpha val="0"/>
              </a:srgb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A30014A-6F29-094B-4E31-0FBCA279BEEB}"/>
              </a:ext>
            </a:extLst>
          </p:cNvPr>
          <p:cNvSpPr/>
          <p:nvPr/>
        </p:nvSpPr>
        <p:spPr>
          <a:xfrm>
            <a:off x="481780" y="412953"/>
            <a:ext cx="275304" cy="919317"/>
          </a:xfrm>
          <a:prstGeom prst="roundRect">
            <a:avLst>
              <a:gd name="adj" fmla="val 33908"/>
            </a:avLst>
          </a:prstGeom>
          <a:solidFill>
            <a:srgbClr val="FAA1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BF5656-B504-4ADF-3A94-CC4024A594CD}"/>
              </a:ext>
            </a:extLst>
          </p:cNvPr>
          <p:cNvSpPr txBox="1"/>
          <p:nvPr/>
        </p:nvSpPr>
        <p:spPr>
          <a:xfrm>
            <a:off x="800813" y="549445"/>
            <a:ext cx="79581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LIMITATION OF THE PAPER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DE80E7-7802-3EE3-5EB1-85B3F1005B9E}"/>
              </a:ext>
            </a:extLst>
          </p:cNvPr>
          <p:cNvSpPr txBox="1"/>
          <p:nvPr/>
        </p:nvSpPr>
        <p:spPr>
          <a:xfrm>
            <a:off x="13206211" y="1525157"/>
            <a:ext cx="11380989" cy="2970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F48FB1"/>
                </a:solidFill>
              </a:rPr>
              <a:t>What Makes Fake Images Detectable? (Chai et al., 2020)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bg1"/>
                </a:solidFill>
              </a:rPr>
              <a:t>Studies properties of detectable GAN artifacts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81C784"/>
                </a:solidFill>
              </a:rPr>
              <a:t>Focuses on detection, not generator retraining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4DD0E1"/>
                </a:solidFill>
              </a:rPr>
              <a:t>No iterative GAN–classifier interaction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BBF513-6092-108F-BEB4-4633C1EF83C4}"/>
              </a:ext>
            </a:extLst>
          </p:cNvPr>
          <p:cNvSpPr txBox="1"/>
          <p:nvPr/>
        </p:nvSpPr>
        <p:spPr>
          <a:xfrm>
            <a:off x="-11485716" y="1531301"/>
            <a:ext cx="10771205" cy="3709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B39DDB"/>
                </a:solidFill>
              </a:rPr>
              <a:t>No explicit localization of artifact regions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FFB74D"/>
                </a:solidFill>
              </a:rPr>
              <a:t>No measurement of artifact semantic meaning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FFF176"/>
                </a:solidFill>
              </a:rPr>
              <a:t>Limited study of cross-architecture artifact overlap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00B0F0"/>
                </a:solidFill>
              </a:rPr>
              <a:t>No adaptive or dynamic classifier selection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81C784"/>
                </a:solidFill>
              </a:rPr>
              <a:t>Important for robust GAN detection and defense</a:t>
            </a:r>
          </a:p>
        </p:txBody>
      </p:sp>
    </p:spTree>
    <p:extLst>
      <p:ext uri="{BB962C8B-B14F-4D97-AF65-F5344CB8AC3E}">
        <p14:creationId xmlns:p14="http://schemas.microsoft.com/office/powerpoint/2010/main" val="35666863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34049"/>
            </a:gs>
            <a:gs pos="52000">
              <a:srgbClr val="3F4F5A"/>
            </a:gs>
            <a:gs pos="100000">
              <a:srgbClr val="495C69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998E08-1F13-A0E0-9ED8-8E23093DB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745800CB-E5CF-13C2-1264-1AB89689AF71}"/>
              </a:ext>
            </a:extLst>
          </p:cNvPr>
          <p:cNvGrpSpPr/>
          <p:nvPr/>
        </p:nvGrpSpPr>
        <p:grpSpPr>
          <a:xfrm flipH="1">
            <a:off x="-353976" y="-1"/>
            <a:ext cx="6833420" cy="6858001"/>
            <a:chOff x="5358580" y="-1"/>
            <a:chExt cx="6833420" cy="6858001"/>
          </a:xfrm>
          <a:solidFill>
            <a:schemeClr val="bg1">
              <a:lumMod val="95000"/>
              <a:alpha val="1000"/>
            </a:schemeClr>
          </a:solidFill>
        </p:grpSpPr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5BF113AF-7BCF-DB71-D668-D09BFFC27C25}"/>
                </a:ext>
              </a:extLst>
            </p:cNvPr>
            <p:cNvSpPr/>
            <p:nvPr/>
          </p:nvSpPr>
          <p:spPr>
            <a:xfrm rot="16200000">
              <a:off x="7470056" y="1806675"/>
              <a:ext cx="6199239" cy="324464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525CDA5E-2BC5-3460-8DCB-181F70BAFBED}"/>
                </a:ext>
              </a:extLst>
            </p:cNvPr>
            <p:cNvSpPr/>
            <p:nvPr/>
          </p:nvSpPr>
          <p:spPr>
            <a:xfrm>
              <a:off x="5358580" y="3613351"/>
              <a:ext cx="6833420" cy="324464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69B4DA6A-3DBA-2373-B194-A239CA05A8D9}"/>
                </a:ext>
              </a:extLst>
            </p:cNvPr>
            <p:cNvSpPr/>
            <p:nvPr/>
          </p:nvSpPr>
          <p:spPr>
            <a:xfrm rot="10800000">
              <a:off x="5358580" y="-1"/>
              <a:ext cx="6833420" cy="324464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5E505AF-2836-17B5-1DA0-B65DAA55A22B}"/>
              </a:ext>
            </a:extLst>
          </p:cNvPr>
          <p:cNvSpPr/>
          <p:nvPr/>
        </p:nvSpPr>
        <p:spPr>
          <a:xfrm rot="10800000" flipH="1">
            <a:off x="48144" y="0"/>
            <a:ext cx="6029181" cy="2862780"/>
          </a:xfrm>
          <a:prstGeom prst="triangle">
            <a:avLst/>
          </a:prstGeom>
          <a:solidFill>
            <a:schemeClr val="l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F698B83D-E981-748B-D28F-49AAF83214AC}"/>
              </a:ext>
            </a:extLst>
          </p:cNvPr>
          <p:cNvSpPr/>
          <p:nvPr/>
        </p:nvSpPr>
        <p:spPr>
          <a:xfrm flipH="1">
            <a:off x="66819" y="3995220"/>
            <a:ext cx="6029181" cy="2862780"/>
          </a:xfrm>
          <a:prstGeom prst="triangle">
            <a:avLst/>
          </a:prstGeom>
          <a:solidFill>
            <a:schemeClr val="l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336AD129-9DA0-FE58-91E2-05C1E81569F4}"/>
              </a:ext>
            </a:extLst>
          </p:cNvPr>
          <p:cNvSpPr/>
          <p:nvPr/>
        </p:nvSpPr>
        <p:spPr>
          <a:xfrm rot="5400000" flipH="1">
            <a:off x="-1634455" y="2022813"/>
            <a:ext cx="5373330" cy="2812373"/>
          </a:xfrm>
          <a:prstGeom prst="triangle">
            <a:avLst/>
          </a:prstGeom>
          <a:solidFill>
            <a:schemeClr val="lt1">
              <a:alpha val="1000"/>
            </a:schemeClr>
          </a:solidFill>
          <a:ln>
            <a:noFill/>
          </a:ln>
          <a:effectLst>
            <a:outerShdw blurRad="50800" dist="50800" dir="5400000" sx="2000" sy="2000" algn="ctr" rotWithShape="0">
              <a:srgbClr val="000000">
                <a:alpha val="0"/>
              </a:srgb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DFF4D2-6793-B243-43ED-A861C84E43FE}"/>
              </a:ext>
            </a:extLst>
          </p:cNvPr>
          <p:cNvSpPr/>
          <p:nvPr/>
        </p:nvSpPr>
        <p:spPr>
          <a:xfrm>
            <a:off x="481780" y="412953"/>
            <a:ext cx="275304" cy="919317"/>
          </a:xfrm>
          <a:prstGeom prst="roundRect">
            <a:avLst>
              <a:gd name="adj" fmla="val 33908"/>
            </a:avLst>
          </a:prstGeom>
          <a:solidFill>
            <a:srgbClr val="FAA1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AEDDC9-2C83-1FE6-0A37-A4AD87912E27}"/>
              </a:ext>
            </a:extLst>
          </p:cNvPr>
          <p:cNvSpPr txBox="1"/>
          <p:nvPr/>
        </p:nvSpPr>
        <p:spPr>
          <a:xfrm>
            <a:off x="800814" y="549445"/>
            <a:ext cx="58796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RESEARCH GAP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87FA44-E35C-DD40-BBCD-3061440AB46E}"/>
              </a:ext>
            </a:extLst>
          </p:cNvPr>
          <p:cNvSpPr txBox="1"/>
          <p:nvPr/>
        </p:nvSpPr>
        <p:spPr>
          <a:xfrm>
            <a:off x="757084" y="1531301"/>
            <a:ext cx="10771205" cy="3709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B39DDB"/>
                </a:solidFill>
              </a:rPr>
              <a:t>No explicit localization of artifact regions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FFB74D"/>
                </a:solidFill>
              </a:rPr>
              <a:t>No measurement of artifact semantic meaning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FFF176"/>
                </a:solidFill>
              </a:rPr>
              <a:t>Limited study of cross-architecture artifact overlap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00B0F0"/>
                </a:solidFill>
              </a:rPr>
              <a:t>No adaptive or dynamic classifier selection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81C784"/>
                </a:solidFill>
              </a:rPr>
              <a:t>Important for robust GAN detection and defense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AF2B57-D320-B190-2C68-0F370ED1DFA2}"/>
              </a:ext>
            </a:extLst>
          </p:cNvPr>
          <p:cNvSpPr txBox="1"/>
          <p:nvPr/>
        </p:nvSpPr>
        <p:spPr>
          <a:xfrm>
            <a:off x="12931091" y="1706200"/>
            <a:ext cx="10771205" cy="3709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B39DDB"/>
                </a:solidFill>
              </a:rPr>
              <a:t>Limited to DCGAN and StyleGAN2 architectures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66FFCC"/>
                </a:solidFill>
              </a:rPr>
              <a:t>Only image domain studied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D3D3D3"/>
                </a:solidFill>
              </a:rPr>
              <a:t>No semantic analysis of artifact types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FFFFFF"/>
                </a:solidFill>
              </a:rPr>
              <a:t>Computationally expensive experiments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4DD0E1"/>
                </a:solidFill>
              </a:rPr>
              <a:t>No real-world deployment evaluation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2B0B24-50CC-1D25-35C1-62976B6B5524}"/>
              </a:ext>
            </a:extLst>
          </p:cNvPr>
          <p:cNvSpPr txBox="1"/>
          <p:nvPr/>
        </p:nvSpPr>
        <p:spPr>
          <a:xfrm>
            <a:off x="-11833909" y="1706200"/>
            <a:ext cx="10771205" cy="3709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64B5F6"/>
                </a:solidFill>
              </a:rPr>
              <a:t>Problem: GANs shift artifacts instead of removing them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FFB74D"/>
                </a:solidFill>
              </a:rPr>
              <a:t>Hypothesis: Artifact localization improves artifact removal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D3D3D3"/>
                </a:solidFill>
              </a:rPr>
              <a:t>Introduce artifact-aware attention loss in GAN training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B39DDB"/>
                </a:solidFill>
              </a:rPr>
              <a:t>Use classifier feature maps to guide generator updates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81C784"/>
                </a:solidFill>
              </a:rPr>
              <a:t>Extend existing sequential GAN-classifier framework</a:t>
            </a:r>
          </a:p>
        </p:txBody>
      </p:sp>
    </p:spTree>
    <p:extLst>
      <p:ext uri="{BB962C8B-B14F-4D97-AF65-F5344CB8AC3E}">
        <p14:creationId xmlns:p14="http://schemas.microsoft.com/office/powerpoint/2010/main" val="31173521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34049"/>
            </a:gs>
            <a:gs pos="52000">
              <a:srgbClr val="3F4F5A"/>
            </a:gs>
            <a:gs pos="100000">
              <a:srgbClr val="495C69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3CDC53-ABA3-19EB-04E2-217D78ADE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0B199C16-8D6B-64CA-8C5B-E0BAA12011BB}"/>
              </a:ext>
            </a:extLst>
          </p:cNvPr>
          <p:cNvGrpSpPr/>
          <p:nvPr/>
        </p:nvGrpSpPr>
        <p:grpSpPr>
          <a:xfrm flipH="1">
            <a:off x="-353976" y="-1"/>
            <a:ext cx="6833420" cy="6858001"/>
            <a:chOff x="5358580" y="-1"/>
            <a:chExt cx="6833420" cy="6858001"/>
          </a:xfrm>
          <a:solidFill>
            <a:schemeClr val="bg1">
              <a:lumMod val="95000"/>
              <a:alpha val="1000"/>
            </a:schemeClr>
          </a:solidFill>
        </p:grpSpPr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E9CBC1C3-1322-2D20-D936-FB5BEC371E05}"/>
                </a:ext>
              </a:extLst>
            </p:cNvPr>
            <p:cNvSpPr/>
            <p:nvPr/>
          </p:nvSpPr>
          <p:spPr>
            <a:xfrm rot="16200000">
              <a:off x="7470056" y="1806675"/>
              <a:ext cx="6199239" cy="324464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8A80D646-15DF-034E-D7F1-8BCC255287F4}"/>
                </a:ext>
              </a:extLst>
            </p:cNvPr>
            <p:cNvSpPr/>
            <p:nvPr/>
          </p:nvSpPr>
          <p:spPr>
            <a:xfrm>
              <a:off x="5358580" y="3613351"/>
              <a:ext cx="6833420" cy="324464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392A15F8-A70B-F3ED-4213-A08A9C41D171}"/>
                </a:ext>
              </a:extLst>
            </p:cNvPr>
            <p:cNvSpPr/>
            <p:nvPr/>
          </p:nvSpPr>
          <p:spPr>
            <a:xfrm rot="10800000">
              <a:off x="5358580" y="-1"/>
              <a:ext cx="6833420" cy="324464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6DBA4EA4-FBE5-B497-732D-A27AC467C137}"/>
              </a:ext>
            </a:extLst>
          </p:cNvPr>
          <p:cNvSpPr/>
          <p:nvPr/>
        </p:nvSpPr>
        <p:spPr>
          <a:xfrm rot="10800000" flipH="1">
            <a:off x="48144" y="0"/>
            <a:ext cx="6029181" cy="2862780"/>
          </a:xfrm>
          <a:prstGeom prst="triangle">
            <a:avLst/>
          </a:prstGeom>
          <a:solidFill>
            <a:schemeClr val="l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4DA57F55-4F35-DC73-A9EE-A1912F93C710}"/>
              </a:ext>
            </a:extLst>
          </p:cNvPr>
          <p:cNvSpPr/>
          <p:nvPr/>
        </p:nvSpPr>
        <p:spPr>
          <a:xfrm flipH="1">
            <a:off x="66819" y="3995220"/>
            <a:ext cx="6029181" cy="2862780"/>
          </a:xfrm>
          <a:prstGeom prst="triangle">
            <a:avLst/>
          </a:prstGeom>
          <a:solidFill>
            <a:schemeClr val="l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CEE3CEA8-9011-2B14-1A3A-FDC1EFB629A6}"/>
              </a:ext>
            </a:extLst>
          </p:cNvPr>
          <p:cNvSpPr/>
          <p:nvPr/>
        </p:nvSpPr>
        <p:spPr>
          <a:xfrm rot="5400000" flipH="1">
            <a:off x="-1634455" y="2022813"/>
            <a:ext cx="5373330" cy="2812373"/>
          </a:xfrm>
          <a:prstGeom prst="triangle">
            <a:avLst/>
          </a:prstGeom>
          <a:solidFill>
            <a:schemeClr val="lt1">
              <a:alpha val="1000"/>
            </a:schemeClr>
          </a:solidFill>
          <a:ln>
            <a:noFill/>
          </a:ln>
          <a:effectLst>
            <a:outerShdw blurRad="50800" dist="50800" dir="5400000" sx="2000" sy="2000" algn="ctr" rotWithShape="0">
              <a:srgbClr val="000000">
                <a:alpha val="0"/>
              </a:srgb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449754E-EC87-C083-2E68-ACC12C6869C4}"/>
              </a:ext>
            </a:extLst>
          </p:cNvPr>
          <p:cNvSpPr/>
          <p:nvPr/>
        </p:nvSpPr>
        <p:spPr>
          <a:xfrm>
            <a:off x="481780" y="412953"/>
            <a:ext cx="275304" cy="919317"/>
          </a:xfrm>
          <a:prstGeom prst="roundRect">
            <a:avLst>
              <a:gd name="adj" fmla="val 33908"/>
            </a:avLst>
          </a:prstGeom>
          <a:solidFill>
            <a:srgbClr val="FAA1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F312B9-45A7-3D73-F89E-A81C5265A380}"/>
              </a:ext>
            </a:extLst>
          </p:cNvPr>
          <p:cNvSpPr txBox="1"/>
          <p:nvPr/>
        </p:nvSpPr>
        <p:spPr>
          <a:xfrm>
            <a:off x="800814" y="549445"/>
            <a:ext cx="58796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PROPOSED SOLUTION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D0BB71-7B1D-DE74-5C67-9FFB1D675C83}"/>
              </a:ext>
            </a:extLst>
          </p:cNvPr>
          <p:cNvSpPr txBox="1"/>
          <p:nvPr/>
        </p:nvSpPr>
        <p:spPr>
          <a:xfrm>
            <a:off x="840691" y="1706200"/>
            <a:ext cx="10771205" cy="3709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64B5F6"/>
                </a:solidFill>
              </a:rPr>
              <a:t>Problem: GANs shift artifacts instead of removing them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FFB74D"/>
                </a:solidFill>
              </a:rPr>
              <a:t>Hypothesis: Artifact localization improves artifact removal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D3D3D3"/>
                </a:solidFill>
              </a:rPr>
              <a:t>Introduce artifact-aware attention loss in GAN training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B39DDB"/>
                </a:solidFill>
              </a:rPr>
              <a:t>Use classifier feature maps to guide generator updates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81C784"/>
                </a:solidFill>
              </a:rPr>
              <a:t>Extend existing sequential GAN-classifier framework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2220B5-CB65-232B-4B8E-92E0E3FBB2BB}"/>
              </a:ext>
            </a:extLst>
          </p:cNvPr>
          <p:cNvSpPr txBox="1"/>
          <p:nvPr/>
        </p:nvSpPr>
        <p:spPr>
          <a:xfrm>
            <a:off x="13025284" y="1531301"/>
            <a:ext cx="10771205" cy="3709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B39DDB"/>
                </a:solidFill>
              </a:rPr>
              <a:t>No explicit localization of artifact regions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FFB74D"/>
                </a:solidFill>
              </a:rPr>
              <a:t>No measurement of artifact semantic meaning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FFF176"/>
                </a:solidFill>
              </a:rPr>
              <a:t>Limited study of cross-architecture artifact overlap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00B0F0"/>
                </a:solidFill>
              </a:rPr>
              <a:t>No adaptive or dynamic classifier selection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81C784"/>
                </a:solidFill>
              </a:rPr>
              <a:t>Important for robust GAN detection and defense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CE5572-50A5-2AE1-A326-AE78B2ECD3DA}"/>
              </a:ext>
            </a:extLst>
          </p:cNvPr>
          <p:cNvSpPr txBox="1"/>
          <p:nvPr/>
        </p:nvSpPr>
        <p:spPr>
          <a:xfrm>
            <a:off x="-11664155" y="1525157"/>
            <a:ext cx="10771205" cy="3709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FFB74D"/>
                </a:solidFill>
              </a:rPr>
              <a:t>Paper reveals structured and correlated GAN artifacts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4DD0E1"/>
                </a:solidFill>
              </a:rPr>
              <a:t>Shows limits of GAN self-correction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F48FB1"/>
                </a:solidFill>
              </a:rPr>
              <a:t>Highlight role of classifier capacity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81C784"/>
                </a:solidFill>
              </a:rPr>
              <a:t>Proposed extension targets artifact localization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FFF176"/>
                </a:solidFill>
              </a:rPr>
              <a:t>Contributes toward more robust GAN generation</a:t>
            </a:r>
          </a:p>
        </p:txBody>
      </p:sp>
    </p:spTree>
    <p:extLst>
      <p:ext uri="{BB962C8B-B14F-4D97-AF65-F5344CB8AC3E}">
        <p14:creationId xmlns:p14="http://schemas.microsoft.com/office/powerpoint/2010/main" val="33144704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34049"/>
            </a:gs>
            <a:gs pos="52000">
              <a:srgbClr val="3F4F5A"/>
            </a:gs>
            <a:gs pos="100000">
              <a:srgbClr val="495C69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CFC85A-6BF4-5141-7D58-339C056A8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7B65AA99-9B48-8792-AB3E-C766AA9EAAAA}"/>
              </a:ext>
            </a:extLst>
          </p:cNvPr>
          <p:cNvSpPr txBox="1"/>
          <p:nvPr/>
        </p:nvSpPr>
        <p:spPr>
          <a:xfrm>
            <a:off x="883445" y="1525157"/>
            <a:ext cx="10771205" cy="3709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FFB74D"/>
                </a:solidFill>
              </a:rPr>
              <a:t>Paper reveals structured and correlated GAN artifacts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4DD0E1"/>
                </a:solidFill>
              </a:rPr>
              <a:t>Shows limits of GAN self-correction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F48FB1"/>
                </a:solidFill>
              </a:rPr>
              <a:t>Highlight role of classifier capacity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81C784"/>
                </a:solidFill>
              </a:rPr>
              <a:t>Proposed extension targets artifact localization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FFF176"/>
                </a:solidFill>
              </a:rPr>
              <a:t>Contributes toward more robust GAN generation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6C26185-390B-DC90-2A9C-D74E7493CA3A}"/>
              </a:ext>
            </a:extLst>
          </p:cNvPr>
          <p:cNvGrpSpPr/>
          <p:nvPr/>
        </p:nvGrpSpPr>
        <p:grpSpPr>
          <a:xfrm flipH="1">
            <a:off x="-353976" y="-1"/>
            <a:ext cx="6833420" cy="6858001"/>
            <a:chOff x="5358580" y="-1"/>
            <a:chExt cx="6833420" cy="6858001"/>
          </a:xfrm>
          <a:solidFill>
            <a:schemeClr val="bg1">
              <a:lumMod val="95000"/>
              <a:alpha val="1000"/>
            </a:schemeClr>
          </a:solidFill>
        </p:grpSpPr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03C2B465-EA37-4F35-9E82-12F4AA402CBE}"/>
                </a:ext>
              </a:extLst>
            </p:cNvPr>
            <p:cNvSpPr/>
            <p:nvPr/>
          </p:nvSpPr>
          <p:spPr>
            <a:xfrm rot="16200000">
              <a:off x="7470056" y="1806675"/>
              <a:ext cx="6199239" cy="324464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B7BA0AE5-A369-AFD2-DACD-AE551C4DCC16}"/>
                </a:ext>
              </a:extLst>
            </p:cNvPr>
            <p:cNvSpPr/>
            <p:nvPr/>
          </p:nvSpPr>
          <p:spPr>
            <a:xfrm>
              <a:off x="5358580" y="3613351"/>
              <a:ext cx="6833420" cy="324464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105B4CC2-3023-2623-FF21-DA8A9678596B}"/>
                </a:ext>
              </a:extLst>
            </p:cNvPr>
            <p:cNvSpPr/>
            <p:nvPr/>
          </p:nvSpPr>
          <p:spPr>
            <a:xfrm rot="10800000">
              <a:off x="5358580" y="-1"/>
              <a:ext cx="6833420" cy="324464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FB632B4D-D3E1-6B0B-B2FE-6F19C4A8DC29}"/>
              </a:ext>
            </a:extLst>
          </p:cNvPr>
          <p:cNvSpPr/>
          <p:nvPr/>
        </p:nvSpPr>
        <p:spPr>
          <a:xfrm rot="10800000" flipH="1">
            <a:off x="48144" y="0"/>
            <a:ext cx="6029181" cy="2862780"/>
          </a:xfrm>
          <a:prstGeom prst="triangle">
            <a:avLst/>
          </a:prstGeom>
          <a:solidFill>
            <a:schemeClr val="l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1EF52F7B-654E-97A3-76D1-19DA3FCF7060}"/>
              </a:ext>
            </a:extLst>
          </p:cNvPr>
          <p:cNvSpPr/>
          <p:nvPr/>
        </p:nvSpPr>
        <p:spPr>
          <a:xfrm flipH="1">
            <a:off x="66819" y="3995220"/>
            <a:ext cx="6029181" cy="2862780"/>
          </a:xfrm>
          <a:prstGeom prst="triangle">
            <a:avLst/>
          </a:prstGeom>
          <a:solidFill>
            <a:schemeClr val="l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40928B7C-502C-CEF4-9BE1-42AE2A5017FC}"/>
              </a:ext>
            </a:extLst>
          </p:cNvPr>
          <p:cNvSpPr/>
          <p:nvPr/>
        </p:nvSpPr>
        <p:spPr>
          <a:xfrm rot="5400000" flipH="1">
            <a:off x="-1634455" y="2022813"/>
            <a:ext cx="5373330" cy="2812373"/>
          </a:xfrm>
          <a:prstGeom prst="triangle">
            <a:avLst/>
          </a:prstGeom>
          <a:solidFill>
            <a:schemeClr val="lt1">
              <a:alpha val="1000"/>
            </a:schemeClr>
          </a:solidFill>
          <a:ln>
            <a:noFill/>
          </a:ln>
          <a:effectLst>
            <a:outerShdw blurRad="50800" dist="50800" dir="5400000" sx="2000" sy="2000" algn="ctr" rotWithShape="0">
              <a:srgbClr val="000000">
                <a:alpha val="0"/>
              </a:srgb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6D48B72-32F7-6467-0EEF-6387C8BB21C6}"/>
              </a:ext>
            </a:extLst>
          </p:cNvPr>
          <p:cNvSpPr/>
          <p:nvPr/>
        </p:nvSpPr>
        <p:spPr>
          <a:xfrm>
            <a:off x="481780" y="412953"/>
            <a:ext cx="275304" cy="919317"/>
          </a:xfrm>
          <a:prstGeom prst="roundRect">
            <a:avLst>
              <a:gd name="adj" fmla="val 33908"/>
            </a:avLst>
          </a:prstGeom>
          <a:solidFill>
            <a:srgbClr val="FAA1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3101EE-DB5A-9FCD-620E-70247C78D93A}"/>
              </a:ext>
            </a:extLst>
          </p:cNvPr>
          <p:cNvSpPr txBox="1"/>
          <p:nvPr/>
        </p:nvSpPr>
        <p:spPr>
          <a:xfrm>
            <a:off x="800813" y="549445"/>
            <a:ext cx="74961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BBE592-AD39-B135-D7D8-8A3CCE53C7ED}"/>
              </a:ext>
            </a:extLst>
          </p:cNvPr>
          <p:cNvSpPr txBox="1"/>
          <p:nvPr/>
        </p:nvSpPr>
        <p:spPr>
          <a:xfrm>
            <a:off x="13185091" y="1706200"/>
            <a:ext cx="10771205" cy="3709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64B5F6"/>
                </a:solidFill>
              </a:rPr>
              <a:t>Problem: GANs shift artifacts instead of removing them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FFB74D"/>
                </a:solidFill>
              </a:rPr>
              <a:t>Hypothesis: Artifact localization improves artifact removal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D3D3D3"/>
                </a:solidFill>
              </a:rPr>
              <a:t>Introduce artifact-aware attention loss in GAN training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B39DDB"/>
                </a:solidFill>
              </a:rPr>
              <a:t>Use classifier feature maps to guide generator updates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81C784"/>
                </a:solidFill>
              </a:rPr>
              <a:t>Extend existing sequential GAN-classifier framework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ED5E3A-9B85-3B8A-D0B3-2C91DE4A342A}"/>
              </a:ext>
            </a:extLst>
          </p:cNvPr>
          <p:cNvSpPr/>
          <p:nvPr/>
        </p:nvSpPr>
        <p:spPr>
          <a:xfrm>
            <a:off x="-7701127" y="2819044"/>
            <a:ext cx="6354625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96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302220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34049"/>
            </a:gs>
            <a:gs pos="52000">
              <a:srgbClr val="3F4F5A"/>
            </a:gs>
            <a:gs pos="100000">
              <a:srgbClr val="495C69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B22726-9C50-9A38-22B0-C259D63F8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BD281610-E01D-F0C3-87D2-C3910569A5E0}"/>
              </a:ext>
            </a:extLst>
          </p:cNvPr>
          <p:cNvGrpSpPr/>
          <p:nvPr/>
        </p:nvGrpSpPr>
        <p:grpSpPr>
          <a:xfrm flipH="1">
            <a:off x="-353976" y="-1"/>
            <a:ext cx="6833420" cy="6858001"/>
            <a:chOff x="5358580" y="-1"/>
            <a:chExt cx="6833420" cy="6858001"/>
          </a:xfrm>
          <a:solidFill>
            <a:schemeClr val="bg1">
              <a:lumMod val="95000"/>
              <a:alpha val="1000"/>
            </a:schemeClr>
          </a:solidFill>
        </p:grpSpPr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A585C5DD-3F3E-1A5D-4BE4-06A9567EB360}"/>
                </a:ext>
              </a:extLst>
            </p:cNvPr>
            <p:cNvSpPr/>
            <p:nvPr/>
          </p:nvSpPr>
          <p:spPr>
            <a:xfrm rot="16200000">
              <a:off x="7470056" y="1806675"/>
              <a:ext cx="6199239" cy="324464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37841129-826E-A005-E31C-4FA9F7EAA9BC}"/>
                </a:ext>
              </a:extLst>
            </p:cNvPr>
            <p:cNvSpPr/>
            <p:nvPr/>
          </p:nvSpPr>
          <p:spPr>
            <a:xfrm>
              <a:off x="5358580" y="3613351"/>
              <a:ext cx="6833420" cy="324464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D02E1D7E-D760-A744-95C0-924AFF281495}"/>
                </a:ext>
              </a:extLst>
            </p:cNvPr>
            <p:cNvSpPr/>
            <p:nvPr/>
          </p:nvSpPr>
          <p:spPr>
            <a:xfrm rot="10800000">
              <a:off x="5358580" y="-1"/>
              <a:ext cx="6833420" cy="324464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241AF2C-7CAD-EE4C-2784-666CDAE994B6}"/>
              </a:ext>
            </a:extLst>
          </p:cNvPr>
          <p:cNvSpPr/>
          <p:nvPr/>
        </p:nvSpPr>
        <p:spPr>
          <a:xfrm rot="10800000" flipH="1">
            <a:off x="48144" y="0"/>
            <a:ext cx="6029181" cy="2862780"/>
          </a:xfrm>
          <a:prstGeom prst="triangle">
            <a:avLst/>
          </a:prstGeom>
          <a:solidFill>
            <a:schemeClr val="l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C1B1FB3D-1B90-0FE0-32D0-82E95365D02C}"/>
              </a:ext>
            </a:extLst>
          </p:cNvPr>
          <p:cNvSpPr/>
          <p:nvPr/>
        </p:nvSpPr>
        <p:spPr>
          <a:xfrm flipH="1">
            <a:off x="48144" y="3995219"/>
            <a:ext cx="6029181" cy="2862780"/>
          </a:xfrm>
          <a:prstGeom prst="triangle">
            <a:avLst/>
          </a:prstGeom>
          <a:solidFill>
            <a:schemeClr val="l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369C2E4B-1918-7B14-72F7-B00BAA5F0EB7}"/>
              </a:ext>
            </a:extLst>
          </p:cNvPr>
          <p:cNvSpPr/>
          <p:nvPr/>
        </p:nvSpPr>
        <p:spPr>
          <a:xfrm rot="5400000" flipH="1">
            <a:off x="-1634455" y="2022813"/>
            <a:ext cx="5373330" cy="2812373"/>
          </a:xfrm>
          <a:prstGeom prst="triangle">
            <a:avLst/>
          </a:prstGeom>
          <a:solidFill>
            <a:schemeClr val="lt1">
              <a:alpha val="1000"/>
            </a:schemeClr>
          </a:solidFill>
          <a:ln>
            <a:noFill/>
          </a:ln>
          <a:effectLst>
            <a:outerShdw blurRad="50800" dist="50800" dir="5400000" sx="2000" sy="2000" algn="ctr" rotWithShape="0">
              <a:srgbClr val="000000">
                <a:alpha val="0"/>
              </a:srgb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5ED5AC6-F791-BC01-600A-DF377BDB0FD3}"/>
              </a:ext>
            </a:extLst>
          </p:cNvPr>
          <p:cNvSpPr/>
          <p:nvPr/>
        </p:nvSpPr>
        <p:spPr>
          <a:xfrm>
            <a:off x="481780" y="-1565136"/>
            <a:ext cx="275304" cy="919317"/>
          </a:xfrm>
          <a:prstGeom prst="roundRect">
            <a:avLst>
              <a:gd name="adj" fmla="val 33908"/>
            </a:avLst>
          </a:prstGeom>
          <a:solidFill>
            <a:srgbClr val="FAA1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575A63-9123-A493-928C-9D941059B696}"/>
              </a:ext>
            </a:extLst>
          </p:cNvPr>
          <p:cNvSpPr txBox="1"/>
          <p:nvPr/>
        </p:nvSpPr>
        <p:spPr>
          <a:xfrm>
            <a:off x="800814" y="-1428644"/>
            <a:ext cx="58796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OBJECTIVE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0DB439-88AA-5A0E-A1E3-16F450D91FB9}"/>
              </a:ext>
            </a:extLst>
          </p:cNvPr>
          <p:cNvSpPr/>
          <p:nvPr/>
        </p:nvSpPr>
        <p:spPr>
          <a:xfrm>
            <a:off x="2890673" y="2819044"/>
            <a:ext cx="6354625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96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7458733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1559</TotalTime>
  <Words>1437</Words>
  <Application>Microsoft Office PowerPoint</Application>
  <PresentationFormat>Widescreen</PresentationFormat>
  <Paragraphs>267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Calibri Light</vt:lpstr>
      <vt:lpstr>Google Sans</vt:lpstr>
      <vt:lpstr>Montserrat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Salman Sayeed</dc:creator>
  <cp:lastModifiedBy>Arafat Hossain</cp:lastModifiedBy>
  <cp:revision>32</cp:revision>
  <dcterms:created xsi:type="dcterms:W3CDTF">2025-05-25T06:19:11Z</dcterms:created>
  <dcterms:modified xsi:type="dcterms:W3CDTF">2026-01-04T20:41:11Z</dcterms:modified>
</cp:coreProperties>
</file>